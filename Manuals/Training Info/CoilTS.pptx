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652" autoAdjust="0"/>
  </p:normalViewPr>
  <p:slideViewPr>
    <p:cSldViewPr>
      <p:cViewPr varScale="1">
        <p:scale>
          <a:sx n="106" d="100"/>
          <a:sy n="106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8F450-DE6C-4663-AAB7-BE98778311CB}" type="datetimeFigureOut">
              <a:rPr lang="en-US" smtClean="0"/>
              <a:pPr/>
              <a:t>1/7/2017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5DB-33AA-4ACF-912B-D8E7E874F0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990600"/>
            <a:ext cx="8839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Created by Ruben Beltran Rev1 25Sep2016</a:t>
            </a:r>
            <a:endParaRPr lang="en-US"/>
          </a:p>
        </p:txBody>
      </p:sp>
      <p:pic>
        <p:nvPicPr>
          <p:cNvPr id="8" name="Picture 7" descr="RETHINK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6199" y="6360651"/>
            <a:ext cx="2895601" cy="456675"/>
          </a:xfrm>
          <a:prstGeom prst="rect">
            <a:avLst/>
          </a:prstGeom>
        </p:spPr>
      </p:pic>
      <p:pic>
        <p:nvPicPr>
          <p:cNvPr id="9" name="Picture 8" descr="BC logo 2014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934200" y="6264695"/>
            <a:ext cx="2023699" cy="593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10400" y="6211669"/>
            <a:ext cx="2133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76200"/>
            <a:ext cx="457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2014 Leadership Meeting</a:t>
            </a:r>
          </a:p>
          <a:p>
            <a:endParaRPr lang="en-US" dirty="0"/>
          </a:p>
        </p:txBody>
      </p:sp>
      <p:pic>
        <p:nvPicPr>
          <p:cNvPr id="7" name="Picture 6" descr="BC logo 2014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199797" cy="123129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GE MRI COIL TROUBLESHOOTING</a:t>
            </a:r>
            <a:endParaRPr lang="en-US" sz="4400" b="1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1600200" y="225623"/>
            <a:ext cx="914400" cy="5946577"/>
            <a:chOff x="1600200" y="225623"/>
            <a:chExt cx="914400" cy="5946577"/>
          </a:xfrm>
        </p:grpSpPr>
        <p:grpSp>
          <p:nvGrpSpPr>
            <p:cNvPr id="44" name="Group 43"/>
            <p:cNvGrpSpPr/>
            <p:nvPr/>
          </p:nvGrpSpPr>
          <p:grpSpPr>
            <a:xfrm>
              <a:off x="1600200" y="914400"/>
              <a:ext cx="882806" cy="688777"/>
              <a:chOff x="1676400" y="1292423"/>
              <a:chExt cx="882806" cy="688777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5</a:t>
                </a:r>
                <a:endParaRPr lang="en-US" sz="1400" dirty="0"/>
              </a:p>
            </p:txBody>
          </p:sp>
          <p:sp>
            <p:nvSpPr>
              <p:cNvPr id="13" name="Isosceles Triangle 1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600200" y="225623"/>
              <a:ext cx="882806" cy="688777"/>
              <a:chOff x="1676400" y="1292423"/>
              <a:chExt cx="882806" cy="688777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1</a:t>
                </a:r>
                <a:endParaRPr lang="en-US" sz="1400" dirty="0"/>
              </a:p>
            </p:txBody>
          </p:sp>
          <p:sp>
            <p:nvSpPr>
              <p:cNvPr id="59" name="Isosceles Triangle 58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1600200" y="2435423"/>
              <a:ext cx="882806" cy="688777"/>
              <a:chOff x="1676400" y="1292423"/>
              <a:chExt cx="882806" cy="688777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2</a:t>
                </a:r>
                <a:endParaRPr lang="en-US" sz="1400" dirty="0"/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1600200" y="1746646"/>
              <a:ext cx="882806" cy="688777"/>
              <a:chOff x="1676400" y="1292423"/>
              <a:chExt cx="882806" cy="68877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6</a:t>
                </a:r>
                <a:endParaRPr lang="en-US" sz="1400" dirty="0"/>
              </a:p>
            </p:txBody>
          </p:sp>
          <p:sp>
            <p:nvSpPr>
              <p:cNvPr id="67" name="Isosceles Triangle 66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ounded Rectangle 67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600200" y="3959423"/>
              <a:ext cx="882806" cy="688777"/>
              <a:chOff x="1676400" y="1292423"/>
              <a:chExt cx="882806" cy="68877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7</a:t>
                </a:r>
                <a:endParaRPr lang="en-US" sz="1400" dirty="0"/>
              </a:p>
            </p:txBody>
          </p:sp>
          <p:sp>
            <p:nvSpPr>
              <p:cNvPr id="71" name="Isosceles Triangle 70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ounded Rectangle 71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1600200" y="3270646"/>
              <a:ext cx="882806" cy="688777"/>
              <a:chOff x="1676400" y="1292423"/>
              <a:chExt cx="882806" cy="688777"/>
            </a:xfrm>
          </p:grpSpPr>
          <p:sp>
            <p:nvSpPr>
              <p:cNvPr id="74" name="TextBox 73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3</a:t>
                </a:r>
                <a:endParaRPr lang="en-US" sz="1400" dirty="0"/>
              </a:p>
            </p:txBody>
          </p:sp>
          <p:sp>
            <p:nvSpPr>
              <p:cNvPr id="75" name="Isosceles Triangle 74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ounded Rectangle 75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1631794" y="5483423"/>
              <a:ext cx="882806" cy="688777"/>
              <a:chOff x="1676400" y="1292423"/>
              <a:chExt cx="882806" cy="688777"/>
            </a:xfrm>
          </p:grpSpPr>
          <p:sp>
            <p:nvSpPr>
              <p:cNvPr id="78" name="TextBox 77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4</a:t>
                </a:r>
                <a:endParaRPr lang="en-US" sz="1400" dirty="0"/>
              </a:p>
            </p:txBody>
          </p:sp>
          <p:sp>
            <p:nvSpPr>
              <p:cNvPr id="79" name="Isosceles Triangle 78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1631794" y="4794646"/>
              <a:ext cx="882806" cy="688777"/>
              <a:chOff x="1676400" y="1292423"/>
              <a:chExt cx="882806" cy="688777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8</a:t>
                </a:r>
                <a:endParaRPr lang="en-US" sz="1400" dirty="0"/>
              </a:p>
            </p:txBody>
          </p:sp>
          <p:sp>
            <p:nvSpPr>
              <p:cNvPr id="83" name="Isosceles Triangle 8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5" name="TextBox 84"/>
          <p:cNvSpPr txBox="1"/>
          <p:nvPr/>
        </p:nvSpPr>
        <p:spPr>
          <a:xfrm rot="16200000">
            <a:off x="-525846" y="3206747"/>
            <a:ext cx="1878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CTL TOP</a:t>
            </a:r>
            <a:endParaRPr lang="en-US" sz="3600" b="1" dirty="0"/>
          </a:p>
        </p:txBody>
      </p:sp>
      <p:grpSp>
        <p:nvGrpSpPr>
          <p:cNvPr id="88" name="Group 87"/>
          <p:cNvGrpSpPr/>
          <p:nvPr/>
        </p:nvGrpSpPr>
        <p:grpSpPr>
          <a:xfrm>
            <a:off x="762000" y="533400"/>
            <a:ext cx="381000" cy="838200"/>
            <a:chOff x="762000" y="533400"/>
            <a:chExt cx="381000" cy="838200"/>
          </a:xfrm>
        </p:grpSpPr>
        <p:sp>
          <p:nvSpPr>
            <p:cNvPr id="86" name="Rectangle 85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1</a:t>
              </a:r>
              <a:endParaRPr lang="en-US" sz="2800" b="1" dirty="0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762000" y="1524000"/>
            <a:ext cx="381000" cy="838200"/>
            <a:chOff x="762000" y="533400"/>
            <a:chExt cx="381000" cy="838200"/>
          </a:xfrm>
        </p:grpSpPr>
        <p:sp>
          <p:nvSpPr>
            <p:cNvPr id="91" name="Rectangle 90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2</a:t>
              </a:r>
              <a:endParaRPr lang="en-US" sz="2800" b="1" dirty="0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762000" y="2438400"/>
            <a:ext cx="381000" cy="838200"/>
            <a:chOff x="762000" y="533400"/>
            <a:chExt cx="381000" cy="838200"/>
          </a:xfrm>
        </p:grpSpPr>
        <p:sp>
          <p:nvSpPr>
            <p:cNvPr id="94" name="Rectangle 93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3</a:t>
              </a:r>
              <a:endParaRPr lang="en-US" sz="2800" b="1" dirty="0"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762000" y="3352800"/>
            <a:ext cx="381000" cy="838200"/>
            <a:chOff x="762000" y="533400"/>
            <a:chExt cx="381000" cy="838200"/>
          </a:xfrm>
        </p:grpSpPr>
        <p:sp>
          <p:nvSpPr>
            <p:cNvPr id="97" name="Rectangle 96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4</a:t>
              </a:r>
              <a:endParaRPr lang="en-US" sz="2800" b="1" dirty="0"/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762000" y="4267200"/>
            <a:ext cx="381000" cy="838200"/>
            <a:chOff x="762000" y="533400"/>
            <a:chExt cx="381000" cy="838200"/>
          </a:xfrm>
        </p:grpSpPr>
        <p:sp>
          <p:nvSpPr>
            <p:cNvPr id="100" name="Rectangle 99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5</a:t>
              </a:r>
              <a:endParaRPr lang="en-US" sz="2800" b="1" dirty="0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62000" y="5181600"/>
            <a:ext cx="381000" cy="838200"/>
            <a:chOff x="762000" y="533400"/>
            <a:chExt cx="381000" cy="838200"/>
          </a:xfrm>
        </p:grpSpPr>
        <p:sp>
          <p:nvSpPr>
            <p:cNvPr id="103" name="Rectangle 102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6</a:t>
              </a:r>
              <a:endParaRPr lang="en-US" sz="2800" b="1" dirty="0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2479357" y="381000"/>
            <a:ext cx="1670824" cy="1143000"/>
            <a:chOff x="2479357" y="381000"/>
            <a:chExt cx="1670824" cy="1143000"/>
          </a:xfrm>
        </p:grpSpPr>
        <p:sp>
          <p:nvSpPr>
            <p:cNvPr id="105" name="Rectangle 104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1</a:t>
              </a:r>
              <a:endParaRPr lang="en-US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479357" y="392668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J11</a:t>
              </a:r>
              <a:endParaRPr lang="en-US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479357" y="1066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J15</a:t>
              </a:r>
              <a:endParaRPr lang="en-US" dirty="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J6</a:t>
              </a:r>
              <a:endParaRPr lang="en-US" dirty="0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2438400" y="1905000"/>
            <a:ext cx="1711781" cy="1219200"/>
            <a:chOff x="2438400" y="304800"/>
            <a:chExt cx="1711781" cy="1219200"/>
          </a:xfrm>
        </p:grpSpPr>
        <p:sp>
          <p:nvSpPr>
            <p:cNvPr id="114" name="Rectangle 113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2</a:t>
              </a:r>
              <a:endParaRPr lang="en-US" dirty="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438400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J16</a:t>
              </a:r>
              <a:endParaRPr lang="en-US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J12</a:t>
              </a:r>
              <a:endParaRPr lang="en-US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J7</a:t>
              </a:r>
              <a:endParaRPr lang="en-US" dirty="0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2479357" y="3429000"/>
            <a:ext cx="1670824" cy="1219200"/>
            <a:chOff x="2479357" y="304800"/>
            <a:chExt cx="1670824" cy="1219200"/>
          </a:xfrm>
        </p:grpSpPr>
        <p:sp>
          <p:nvSpPr>
            <p:cNvPr id="120" name="Rectangle 119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3</a:t>
              </a:r>
              <a:endParaRPr lang="en-US" dirty="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479357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J13</a:t>
              </a:r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J17</a:t>
              </a:r>
              <a:endParaRPr lang="en-US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J8</a:t>
              </a:r>
              <a:endParaRPr lang="en-US" dirty="0"/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2479357" y="4953000"/>
            <a:ext cx="1670824" cy="1219200"/>
            <a:chOff x="2479357" y="304800"/>
            <a:chExt cx="1670824" cy="1219200"/>
          </a:xfrm>
        </p:grpSpPr>
        <p:sp>
          <p:nvSpPr>
            <p:cNvPr id="126" name="Rectangle 125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4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479357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J18</a:t>
              </a:r>
              <a:endParaRPr lang="en-US" dirty="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J14</a:t>
              </a:r>
              <a:endParaRPr lang="en-US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J9</a:t>
              </a:r>
              <a:endParaRPr lang="en-US" dirty="0"/>
            </a:p>
          </p:txBody>
        </p:sp>
      </p:grpSp>
      <p:sp>
        <p:nvSpPr>
          <p:cNvPr id="131" name="Rectangle 130"/>
          <p:cNvSpPr/>
          <p:nvPr/>
        </p:nvSpPr>
        <p:spPr>
          <a:xfrm>
            <a:off x="4191000" y="304800"/>
            <a:ext cx="609600" cy="60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/>
          <p:cNvSpPr txBox="1"/>
          <p:nvPr/>
        </p:nvSpPr>
        <p:spPr>
          <a:xfrm rot="16200000">
            <a:off x="3287642" y="3036957"/>
            <a:ext cx="2362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PENWALL</a:t>
            </a:r>
            <a:endParaRPr lang="en-US" sz="4000" dirty="0">
              <a:solidFill>
                <a:schemeClr val="bg1"/>
              </a:solidFill>
            </a:endParaRPr>
          </a:p>
        </p:txBody>
      </p:sp>
      <p:cxnSp>
        <p:nvCxnSpPr>
          <p:cNvPr id="134" name="Straight Connector 133"/>
          <p:cNvCxnSpPr/>
          <p:nvPr/>
        </p:nvCxnSpPr>
        <p:spPr>
          <a:xfrm>
            <a:off x="3810000" y="1066800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3810000" y="2667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3810000" y="4191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3810000" y="5715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Group 147"/>
          <p:cNvGrpSpPr/>
          <p:nvPr/>
        </p:nvGrpSpPr>
        <p:grpSpPr>
          <a:xfrm>
            <a:off x="5638800" y="-76200"/>
            <a:ext cx="2667000" cy="6400800"/>
            <a:chOff x="5638800" y="-76200"/>
            <a:chExt cx="2667000" cy="6400800"/>
          </a:xfrm>
        </p:grpSpPr>
        <p:sp>
          <p:nvSpPr>
            <p:cNvPr id="138" name="Rectangle 137"/>
            <p:cNvSpPr/>
            <p:nvPr/>
          </p:nvSpPr>
          <p:spPr>
            <a:xfrm>
              <a:off x="5638800" y="381000"/>
              <a:ext cx="2667000" cy="5943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248400" y="-76200"/>
              <a:ext cx="12121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UCERD</a:t>
              </a:r>
              <a:endParaRPr lang="en-US" sz="2800" b="1" dirty="0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248400" y="7620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6248400" y="20574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6248400" y="33528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6248400" y="46482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356895" y="11107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1</a:t>
              </a:r>
              <a:endParaRPr lang="en-US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356895" y="24061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2</a:t>
              </a:r>
              <a:endParaRPr lang="en-US" dirty="0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356895" y="37015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3</a:t>
              </a:r>
              <a:endParaRPr lang="en-US" dirty="0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356895" y="49969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4</a:t>
              </a:r>
              <a:endParaRPr lang="en-US" dirty="0"/>
            </a:p>
          </p:txBody>
        </p:sp>
      </p:grpSp>
      <p:cxnSp>
        <p:nvCxnSpPr>
          <p:cNvPr id="150" name="Elbow Connector 149"/>
          <p:cNvCxnSpPr>
            <a:stCxn id="14" idx="1"/>
            <a:endCxn id="97" idx="3"/>
          </p:cNvCxnSpPr>
          <p:nvPr/>
        </p:nvCxnSpPr>
        <p:spPr>
          <a:xfrm rot="10800000" flipV="1">
            <a:off x="1143000" y="1412676"/>
            <a:ext cx="533400" cy="2359223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/>
          <p:cNvCxnSpPr>
            <a:endCxn id="140" idx="1"/>
          </p:cNvCxnSpPr>
          <p:nvPr/>
        </p:nvCxnSpPr>
        <p:spPr>
          <a:xfrm>
            <a:off x="4800600" y="1066800"/>
            <a:ext cx="1447800" cy="2286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Elbow Connector 155"/>
          <p:cNvCxnSpPr>
            <a:endCxn id="141" idx="1"/>
          </p:cNvCxnSpPr>
          <p:nvPr/>
        </p:nvCxnSpPr>
        <p:spPr>
          <a:xfrm flipV="1">
            <a:off x="4800600" y="2590800"/>
            <a:ext cx="1447800" cy="762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Elbow Connector 157"/>
          <p:cNvCxnSpPr>
            <a:endCxn id="142" idx="1"/>
          </p:cNvCxnSpPr>
          <p:nvPr/>
        </p:nvCxnSpPr>
        <p:spPr>
          <a:xfrm flipV="1">
            <a:off x="4800600" y="3886200"/>
            <a:ext cx="1447800" cy="2286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Elbow Connector 159"/>
          <p:cNvCxnSpPr>
            <a:endCxn id="143" idx="1"/>
          </p:cNvCxnSpPr>
          <p:nvPr/>
        </p:nvCxnSpPr>
        <p:spPr>
          <a:xfrm flipV="1">
            <a:off x="4800600" y="5181600"/>
            <a:ext cx="1447800" cy="5334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/>
          <p:cNvCxnSpPr>
            <a:stCxn id="76" idx="1"/>
            <a:endCxn id="92" idx="3"/>
          </p:cNvCxnSpPr>
          <p:nvPr/>
        </p:nvCxnSpPr>
        <p:spPr>
          <a:xfrm rot="10800000">
            <a:off x="1129408" y="1948191"/>
            <a:ext cx="546992" cy="1820733"/>
          </a:xfrm>
          <a:prstGeom prst="bentConnector3">
            <a:avLst>
              <a:gd name="adj1" fmla="val 29104"/>
            </a:avLst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Elbow Connector 165"/>
          <p:cNvCxnSpPr>
            <a:stCxn id="64" idx="1"/>
            <a:endCxn id="87" idx="3"/>
          </p:cNvCxnSpPr>
          <p:nvPr/>
        </p:nvCxnSpPr>
        <p:spPr>
          <a:xfrm rot="10800000">
            <a:off x="1129408" y="957590"/>
            <a:ext cx="546992" cy="1976110"/>
          </a:xfrm>
          <a:prstGeom prst="bentConnector3">
            <a:avLst>
              <a:gd name="adj1" fmla="val 68284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80" idx="1"/>
            <a:endCxn id="94" idx="3"/>
          </p:cNvCxnSpPr>
          <p:nvPr/>
        </p:nvCxnSpPr>
        <p:spPr>
          <a:xfrm rot="10800000">
            <a:off x="1143000" y="2857500"/>
            <a:ext cx="564994" cy="3124200"/>
          </a:xfrm>
          <a:prstGeom prst="bentConnector3">
            <a:avLst>
              <a:gd name="adj1" fmla="val 80345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60" idx="3"/>
          </p:cNvCxnSpPr>
          <p:nvPr/>
        </p:nvCxnSpPr>
        <p:spPr>
          <a:xfrm>
            <a:off x="2362200" y="7239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4" idx="3"/>
          </p:cNvCxnSpPr>
          <p:nvPr/>
        </p:nvCxnSpPr>
        <p:spPr>
          <a:xfrm flipV="1">
            <a:off x="2362200" y="1371600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>
            <a:stCxn id="68" idx="3"/>
          </p:cNvCxnSpPr>
          <p:nvPr/>
        </p:nvCxnSpPr>
        <p:spPr>
          <a:xfrm>
            <a:off x="2362200" y="2244923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>
            <a:stCxn id="64" idx="3"/>
          </p:cNvCxnSpPr>
          <p:nvPr/>
        </p:nvCxnSpPr>
        <p:spPr>
          <a:xfrm flipV="1">
            <a:off x="2362200" y="28956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>
            <a:stCxn id="76" idx="3"/>
          </p:cNvCxnSpPr>
          <p:nvPr/>
        </p:nvCxnSpPr>
        <p:spPr>
          <a:xfrm>
            <a:off x="2362200" y="3768923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>
            <a:stCxn id="72" idx="3"/>
          </p:cNvCxnSpPr>
          <p:nvPr/>
        </p:nvCxnSpPr>
        <p:spPr>
          <a:xfrm flipV="1">
            <a:off x="2362200" y="44196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>
            <a:stCxn id="84" idx="3"/>
          </p:cNvCxnSpPr>
          <p:nvPr/>
        </p:nvCxnSpPr>
        <p:spPr>
          <a:xfrm>
            <a:off x="2393794" y="5292923"/>
            <a:ext cx="501806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>
            <a:stCxn id="80" idx="3"/>
          </p:cNvCxnSpPr>
          <p:nvPr/>
        </p:nvCxnSpPr>
        <p:spPr>
          <a:xfrm flipV="1">
            <a:off x="2393794" y="5943600"/>
            <a:ext cx="501806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8"/>
          <p:cNvGrpSpPr/>
          <p:nvPr/>
        </p:nvGrpSpPr>
        <p:grpSpPr>
          <a:xfrm>
            <a:off x="1600200" y="225623"/>
            <a:ext cx="914400" cy="5946577"/>
            <a:chOff x="1600200" y="225623"/>
            <a:chExt cx="914400" cy="5946577"/>
          </a:xfrm>
        </p:grpSpPr>
        <p:grpSp>
          <p:nvGrpSpPr>
            <p:cNvPr id="3" name="Group 43"/>
            <p:cNvGrpSpPr/>
            <p:nvPr/>
          </p:nvGrpSpPr>
          <p:grpSpPr>
            <a:xfrm>
              <a:off x="1600200" y="914400"/>
              <a:ext cx="882806" cy="688777"/>
              <a:chOff x="1676400" y="1292423"/>
              <a:chExt cx="882806" cy="688777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5</a:t>
                </a:r>
                <a:endParaRPr lang="en-US" sz="1400" dirty="0"/>
              </a:p>
            </p:txBody>
          </p:sp>
          <p:sp>
            <p:nvSpPr>
              <p:cNvPr id="13" name="Isosceles Triangle 1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56"/>
            <p:cNvGrpSpPr/>
            <p:nvPr/>
          </p:nvGrpSpPr>
          <p:grpSpPr>
            <a:xfrm>
              <a:off x="1600200" y="225623"/>
              <a:ext cx="882806" cy="688777"/>
              <a:chOff x="1676400" y="1292423"/>
              <a:chExt cx="882806" cy="688777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1</a:t>
                </a:r>
                <a:endParaRPr lang="en-US" sz="1400" dirty="0"/>
              </a:p>
            </p:txBody>
          </p:sp>
          <p:sp>
            <p:nvSpPr>
              <p:cNvPr id="59" name="Isosceles Triangle 58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60"/>
            <p:cNvGrpSpPr/>
            <p:nvPr/>
          </p:nvGrpSpPr>
          <p:grpSpPr>
            <a:xfrm>
              <a:off x="1600200" y="2435423"/>
              <a:ext cx="882806" cy="688777"/>
              <a:chOff x="1676400" y="1292423"/>
              <a:chExt cx="882806" cy="688777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2</a:t>
                </a:r>
                <a:endParaRPr lang="en-US" sz="1400" dirty="0"/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64"/>
            <p:cNvGrpSpPr/>
            <p:nvPr/>
          </p:nvGrpSpPr>
          <p:grpSpPr>
            <a:xfrm>
              <a:off x="1600200" y="1746646"/>
              <a:ext cx="882806" cy="688777"/>
              <a:chOff x="1676400" y="1292423"/>
              <a:chExt cx="882806" cy="68877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6</a:t>
                </a:r>
                <a:endParaRPr lang="en-US" sz="1400" dirty="0"/>
              </a:p>
            </p:txBody>
          </p:sp>
          <p:sp>
            <p:nvSpPr>
              <p:cNvPr id="67" name="Isosceles Triangle 66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ounded Rectangle 67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8"/>
            <p:cNvGrpSpPr/>
            <p:nvPr/>
          </p:nvGrpSpPr>
          <p:grpSpPr>
            <a:xfrm>
              <a:off x="1600200" y="3959423"/>
              <a:ext cx="882806" cy="688777"/>
              <a:chOff x="1676400" y="1292423"/>
              <a:chExt cx="882806" cy="68877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7</a:t>
                </a:r>
                <a:endParaRPr lang="en-US" sz="1400" dirty="0"/>
              </a:p>
            </p:txBody>
          </p:sp>
          <p:sp>
            <p:nvSpPr>
              <p:cNvPr id="71" name="Isosceles Triangle 70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ounded Rectangle 71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2"/>
            <p:cNvGrpSpPr/>
            <p:nvPr/>
          </p:nvGrpSpPr>
          <p:grpSpPr>
            <a:xfrm>
              <a:off x="1600200" y="3270646"/>
              <a:ext cx="882806" cy="688777"/>
              <a:chOff x="1676400" y="1292423"/>
              <a:chExt cx="882806" cy="688777"/>
            </a:xfrm>
          </p:grpSpPr>
          <p:sp>
            <p:nvSpPr>
              <p:cNvPr id="74" name="TextBox 73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3</a:t>
                </a:r>
                <a:endParaRPr lang="en-US" sz="1400" dirty="0"/>
              </a:p>
            </p:txBody>
          </p:sp>
          <p:sp>
            <p:nvSpPr>
              <p:cNvPr id="75" name="Isosceles Triangle 74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ounded Rectangle 75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76"/>
            <p:cNvGrpSpPr/>
            <p:nvPr/>
          </p:nvGrpSpPr>
          <p:grpSpPr>
            <a:xfrm>
              <a:off x="1631794" y="5483423"/>
              <a:ext cx="882806" cy="688777"/>
              <a:chOff x="1676400" y="1292423"/>
              <a:chExt cx="882806" cy="688777"/>
            </a:xfrm>
          </p:grpSpPr>
          <p:sp>
            <p:nvSpPr>
              <p:cNvPr id="78" name="TextBox 77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4</a:t>
                </a:r>
                <a:endParaRPr lang="en-US" sz="1400" dirty="0"/>
              </a:p>
            </p:txBody>
          </p:sp>
          <p:sp>
            <p:nvSpPr>
              <p:cNvPr id="79" name="Isosceles Triangle 78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80"/>
            <p:cNvGrpSpPr/>
            <p:nvPr/>
          </p:nvGrpSpPr>
          <p:grpSpPr>
            <a:xfrm>
              <a:off x="1631794" y="4794646"/>
              <a:ext cx="882806" cy="688777"/>
              <a:chOff x="1676400" y="1292423"/>
              <a:chExt cx="882806" cy="688777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8</a:t>
                </a:r>
                <a:endParaRPr lang="en-US" sz="1400" dirty="0"/>
              </a:p>
            </p:txBody>
          </p:sp>
          <p:sp>
            <p:nvSpPr>
              <p:cNvPr id="83" name="Isosceles Triangle 8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5" name="TextBox 84"/>
          <p:cNvSpPr txBox="1"/>
          <p:nvPr/>
        </p:nvSpPr>
        <p:spPr>
          <a:xfrm rot="16200000">
            <a:off x="-525846" y="3206747"/>
            <a:ext cx="1878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CTL MID</a:t>
            </a:r>
            <a:endParaRPr lang="en-US" sz="3600" b="1" dirty="0"/>
          </a:p>
        </p:txBody>
      </p:sp>
      <p:grpSp>
        <p:nvGrpSpPr>
          <p:cNvPr id="12" name="Group 87"/>
          <p:cNvGrpSpPr/>
          <p:nvPr/>
        </p:nvGrpSpPr>
        <p:grpSpPr>
          <a:xfrm>
            <a:off x="762000" y="533400"/>
            <a:ext cx="381000" cy="838200"/>
            <a:chOff x="762000" y="533400"/>
            <a:chExt cx="381000" cy="838200"/>
          </a:xfrm>
        </p:grpSpPr>
        <p:sp>
          <p:nvSpPr>
            <p:cNvPr id="86" name="Rectangle 85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1</a:t>
              </a:r>
              <a:endParaRPr lang="en-US" sz="2800" b="1" dirty="0"/>
            </a:p>
          </p:txBody>
        </p:sp>
      </p:grpSp>
      <p:grpSp>
        <p:nvGrpSpPr>
          <p:cNvPr id="15" name="Group 89"/>
          <p:cNvGrpSpPr/>
          <p:nvPr/>
        </p:nvGrpSpPr>
        <p:grpSpPr>
          <a:xfrm>
            <a:off x="762000" y="1524000"/>
            <a:ext cx="381000" cy="838200"/>
            <a:chOff x="762000" y="533400"/>
            <a:chExt cx="381000" cy="838200"/>
          </a:xfrm>
        </p:grpSpPr>
        <p:sp>
          <p:nvSpPr>
            <p:cNvPr id="91" name="Rectangle 90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2</a:t>
              </a:r>
              <a:endParaRPr lang="en-US" sz="2800" b="1" dirty="0"/>
            </a:p>
          </p:txBody>
        </p:sp>
      </p:grpSp>
      <p:grpSp>
        <p:nvGrpSpPr>
          <p:cNvPr id="16" name="Group 92"/>
          <p:cNvGrpSpPr/>
          <p:nvPr/>
        </p:nvGrpSpPr>
        <p:grpSpPr>
          <a:xfrm>
            <a:off x="762000" y="2438400"/>
            <a:ext cx="381000" cy="838200"/>
            <a:chOff x="762000" y="533400"/>
            <a:chExt cx="381000" cy="838200"/>
          </a:xfrm>
        </p:grpSpPr>
        <p:sp>
          <p:nvSpPr>
            <p:cNvPr id="94" name="Rectangle 93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3</a:t>
              </a:r>
              <a:endParaRPr lang="en-US" sz="2800" b="1" dirty="0"/>
            </a:p>
          </p:txBody>
        </p:sp>
      </p:grpSp>
      <p:grpSp>
        <p:nvGrpSpPr>
          <p:cNvPr id="17" name="Group 95"/>
          <p:cNvGrpSpPr/>
          <p:nvPr/>
        </p:nvGrpSpPr>
        <p:grpSpPr>
          <a:xfrm>
            <a:off x="762000" y="3352800"/>
            <a:ext cx="381000" cy="838200"/>
            <a:chOff x="762000" y="533400"/>
            <a:chExt cx="381000" cy="838200"/>
          </a:xfrm>
        </p:grpSpPr>
        <p:sp>
          <p:nvSpPr>
            <p:cNvPr id="97" name="Rectangle 96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4</a:t>
              </a:r>
              <a:endParaRPr lang="en-US" sz="2800" b="1" dirty="0"/>
            </a:p>
          </p:txBody>
        </p:sp>
      </p:grpSp>
      <p:grpSp>
        <p:nvGrpSpPr>
          <p:cNvPr id="18" name="Group 98"/>
          <p:cNvGrpSpPr/>
          <p:nvPr/>
        </p:nvGrpSpPr>
        <p:grpSpPr>
          <a:xfrm>
            <a:off x="762000" y="4267200"/>
            <a:ext cx="381000" cy="838200"/>
            <a:chOff x="762000" y="533400"/>
            <a:chExt cx="381000" cy="838200"/>
          </a:xfrm>
        </p:grpSpPr>
        <p:sp>
          <p:nvSpPr>
            <p:cNvPr id="100" name="Rectangle 99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5</a:t>
              </a:r>
              <a:endParaRPr lang="en-US" sz="2800" b="1" dirty="0"/>
            </a:p>
          </p:txBody>
        </p:sp>
      </p:grpSp>
      <p:grpSp>
        <p:nvGrpSpPr>
          <p:cNvPr id="19" name="Group 101"/>
          <p:cNvGrpSpPr/>
          <p:nvPr/>
        </p:nvGrpSpPr>
        <p:grpSpPr>
          <a:xfrm>
            <a:off x="762000" y="5181600"/>
            <a:ext cx="381000" cy="838200"/>
            <a:chOff x="762000" y="533400"/>
            <a:chExt cx="381000" cy="838200"/>
          </a:xfrm>
        </p:grpSpPr>
        <p:sp>
          <p:nvSpPr>
            <p:cNvPr id="103" name="Rectangle 102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6</a:t>
              </a:r>
              <a:endParaRPr lang="en-US" sz="2800" b="1" dirty="0"/>
            </a:p>
          </p:txBody>
        </p:sp>
      </p:grpSp>
      <p:grpSp>
        <p:nvGrpSpPr>
          <p:cNvPr id="20" name="Group 109"/>
          <p:cNvGrpSpPr/>
          <p:nvPr/>
        </p:nvGrpSpPr>
        <p:grpSpPr>
          <a:xfrm>
            <a:off x="2479357" y="381000"/>
            <a:ext cx="1670824" cy="1143000"/>
            <a:chOff x="2479357" y="381000"/>
            <a:chExt cx="1670824" cy="1143000"/>
          </a:xfrm>
        </p:grpSpPr>
        <p:sp>
          <p:nvSpPr>
            <p:cNvPr id="105" name="Rectangle 104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1</a:t>
              </a:r>
              <a:endParaRPr lang="en-US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479357" y="392668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J11</a:t>
              </a:r>
              <a:endParaRPr lang="en-US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479357" y="1066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J15</a:t>
              </a:r>
              <a:endParaRPr lang="en-US" dirty="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J6</a:t>
              </a:r>
              <a:endParaRPr lang="en-US" dirty="0"/>
            </a:p>
          </p:txBody>
        </p:sp>
      </p:grpSp>
      <p:grpSp>
        <p:nvGrpSpPr>
          <p:cNvPr id="21" name="Group 112"/>
          <p:cNvGrpSpPr/>
          <p:nvPr/>
        </p:nvGrpSpPr>
        <p:grpSpPr>
          <a:xfrm>
            <a:off x="2438400" y="1905000"/>
            <a:ext cx="1711781" cy="1219200"/>
            <a:chOff x="2438400" y="304800"/>
            <a:chExt cx="1711781" cy="1219200"/>
          </a:xfrm>
        </p:grpSpPr>
        <p:sp>
          <p:nvSpPr>
            <p:cNvPr id="114" name="Rectangle 113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2</a:t>
              </a:r>
              <a:endParaRPr lang="en-US" dirty="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438400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J16</a:t>
              </a:r>
              <a:endParaRPr lang="en-US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J12</a:t>
              </a:r>
              <a:endParaRPr lang="en-US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J7</a:t>
              </a:r>
              <a:endParaRPr lang="en-US" dirty="0"/>
            </a:p>
          </p:txBody>
        </p:sp>
      </p:grpSp>
      <p:grpSp>
        <p:nvGrpSpPr>
          <p:cNvPr id="22" name="Group 118"/>
          <p:cNvGrpSpPr/>
          <p:nvPr/>
        </p:nvGrpSpPr>
        <p:grpSpPr>
          <a:xfrm>
            <a:off x="2479357" y="3429000"/>
            <a:ext cx="1670824" cy="1219200"/>
            <a:chOff x="2479357" y="304800"/>
            <a:chExt cx="1670824" cy="1219200"/>
          </a:xfrm>
        </p:grpSpPr>
        <p:sp>
          <p:nvSpPr>
            <p:cNvPr id="120" name="Rectangle 119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3</a:t>
              </a:r>
              <a:endParaRPr lang="en-US" dirty="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479357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J13</a:t>
              </a:r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J17</a:t>
              </a:r>
              <a:endParaRPr lang="en-US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J8</a:t>
              </a:r>
              <a:endParaRPr lang="en-US" dirty="0"/>
            </a:p>
          </p:txBody>
        </p:sp>
      </p:grpSp>
      <p:grpSp>
        <p:nvGrpSpPr>
          <p:cNvPr id="23" name="Group 124"/>
          <p:cNvGrpSpPr/>
          <p:nvPr/>
        </p:nvGrpSpPr>
        <p:grpSpPr>
          <a:xfrm>
            <a:off x="2479357" y="4953000"/>
            <a:ext cx="1670824" cy="1219200"/>
            <a:chOff x="2479357" y="304800"/>
            <a:chExt cx="1670824" cy="1219200"/>
          </a:xfrm>
        </p:grpSpPr>
        <p:sp>
          <p:nvSpPr>
            <p:cNvPr id="126" name="Rectangle 125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4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479357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J18</a:t>
              </a:r>
              <a:endParaRPr lang="en-US" dirty="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J14</a:t>
              </a:r>
              <a:endParaRPr lang="en-US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J9</a:t>
              </a:r>
              <a:endParaRPr lang="en-US" dirty="0"/>
            </a:p>
          </p:txBody>
        </p:sp>
      </p:grpSp>
      <p:sp>
        <p:nvSpPr>
          <p:cNvPr id="131" name="Rectangle 130"/>
          <p:cNvSpPr/>
          <p:nvPr/>
        </p:nvSpPr>
        <p:spPr>
          <a:xfrm>
            <a:off x="4191000" y="304800"/>
            <a:ext cx="609600" cy="60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/>
          <p:cNvSpPr txBox="1"/>
          <p:nvPr/>
        </p:nvSpPr>
        <p:spPr>
          <a:xfrm rot="16200000">
            <a:off x="3287642" y="3036957"/>
            <a:ext cx="2362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PENWALL</a:t>
            </a:r>
            <a:endParaRPr lang="en-US" sz="4000" dirty="0">
              <a:solidFill>
                <a:schemeClr val="bg1"/>
              </a:solidFill>
            </a:endParaRPr>
          </a:p>
        </p:txBody>
      </p:sp>
      <p:cxnSp>
        <p:nvCxnSpPr>
          <p:cNvPr id="134" name="Straight Connector 133"/>
          <p:cNvCxnSpPr/>
          <p:nvPr/>
        </p:nvCxnSpPr>
        <p:spPr>
          <a:xfrm>
            <a:off x="3810000" y="1066800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3810000" y="2667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3810000" y="4191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3810000" y="5715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147"/>
          <p:cNvGrpSpPr/>
          <p:nvPr/>
        </p:nvGrpSpPr>
        <p:grpSpPr>
          <a:xfrm>
            <a:off x="5638800" y="-76200"/>
            <a:ext cx="2667000" cy="6400800"/>
            <a:chOff x="5638800" y="-76200"/>
            <a:chExt cx="2667000" cy="6400800"/>
          </a:xfrm>
        </p:grpSpPr>
        <p:sp>
          <p:nvSpPr>
            <p:cNvPr id="138" name="Rectangle 137"/>
            <p:cNvSpPr/>
            <p:nvPr/>
          </p:nvSpPr>
          <p:spPr>
            <a:xfrm>
              <a:off x="5638800" y="381000"/>
              <a:ext cx="2667000" cy="5943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248400" y="-76200"/>
              <a:ext cx="12121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UCERD</a:t>
              </a:r>
              <a:endParaRPr lang="en-US" sz="2800" b="1" dirty="0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248400" y="7620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6248400" y="20574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6248400" y="33528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6248400" y="46482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356895" y="11107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1</a:t>
              </a:r>
              <a:endParaRPr lang="en-US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356895" y="24061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2</a:t>
              </a:r>
              <a:endParaRPr lang="en-US" dirty="0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356895" y="37015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3</a:t>
              </a:r>
              <a:endParaRPr lang="en-US" dirty="0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356895" y="49969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4</a:t>
              </a:r>
              <a:endParaRPr lang="en-US" dirty="0"/>
            </a:p>
          </p:txBody>
        </p:sp>
      </p:grpSp>
      <p:cxnSp>
        <p:nvCxnSpPr>
          <p:cNvPr id="150" name="Elbow Connector 149"/>
          <p:cNvCxnSpPr>
            <a:stCxn id="14" idx="1"/>
            <a:endCxn id="97" idx="3"/>
          </p:cNvCxnSpPr>
          <p:nvPr/>
        </p:nvCxnSpPr>
        <p:spPr>
          <a:xfrm rot="10800000" flipV="1">
            <a:off x="1143000" y="1412676"/>
            <a:ext cx="533400" cy="2359223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/>
          <p:cNvCxnSpPr>
            <a:endCxn id="140" idx="1"/>
          </p:cNvCxnSpPr>
          <p:nvPr/>
        </p:nvCxnSpPr>
        <p:spPr>
          <a:xfrm>
            <a:off x="4800600" y="1066800"/>
            <a:ext cx="1447800" cy="2286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Elbow Connector 155"/>
          <p:cNvCxnSpPr>
            <a:endCxn id="141" idx="1"/>
          </p:cNvCxnSpPr>
          <p:nvPr/>
        </p:nvCxnSpPr>
        <p:spPr>
          <a:xfrm flipV="1">
            <a:off x="4800600" y="2590800"/>
            <a:ext cx="1447800" cy="762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Elbow Connector 157"/>
          <p:cNvCxnSpPr>
            <a:endCxn id="142" idx="1"/>
          </p:cNvCxnSpPr>
          <p:nvPr/>
        </p:nvCxnSpPr>
        <p:spPr>
          <a:xfrm flipV="1">
            <a:off x="4800600" y="3886200"/>
            <a:ext cx="1447800" cy="2286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Elbow Connector 159"/>
          <p:cNvCxnSpPr>
            <a:endCxn id="143" idx="1"/>
          </p:cNvCxnSpPr>
          <p:nvPr/>
        </p:nvCxnSpPr>
        <p:spPr>
          <a:xfrm flipV="1">
            <a:off x="4800600" y="5181600"/>
            <a:ext cx="1447800" cy="5334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/>
          <p:cNvCxnSpPr>
            <a:stCxn id="76" idx="1"/>
            <a:endCxn id="92" idx="3"/>
          </p:cNvCxnSpPr>
          <p:nvPr/>
        </p:nvCxnSpPr>
        <p:spPr>
          <a:xfrm rot="10800000">
            <a:off x="1129408" y="1948191"/>
            <a:ext cx="546992" cy="1820733"/>
          </a:xfrm>
          <a:prstGeom prst="bentConnector3">
            <a:avLst>
              <a:gd name="adj1" fmla="val 29104"/>
            </a:avLst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Elbow Connector 165"/>
          <p:cNvCxnSpPr>
            <a:stCxn id="68" idx="1"/>
            <a:endCxn id="100" idx="3"/>
          </p:cNvCxnSpPr>
          <p:nvPr/>
        </p:nvCxnSpPr>
        <p:spPr>
          <a:xfrm rot="10800000" flipV="1">
            <a:off x="1143000" y="2244922"/>
            <a:ext cx="533400" cy="2441377"/>
          </a:xfrm>
          <a:prstGeom prst="bentConnector3">
            <a:avLst>
              <a:gd name="adj1" fmla="val 63393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80" idx="1"/>
            <a:endCxn id="94" idx="3"/>
          </p:cNvCxnSpPr>
          <p:nvPr/>
        </p:nvCxnSpPr>
        <p:spPr>
          <a:xfrm rot="10800000">
            <a:off x="1143000" y="2857500"/>
            <a:ext cx="564994" cy="3124200"/>
          </a:xfrm>
          <a:prstGeom prst="bentConnector3">
            <a:avLst>
              <a:gd name="adj1" fmla="val 80345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60" idx="3"/>
          </p:cNvCxnSpPr>
          <p:nvPr/>
        </p:nvCxnSpPr>
        <p:spPr>
          <a:xfrm>
            <a:off x="2362200" y="7239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4" idx="3"/>
          </p:cNvCxnSpPr>
          <p:nvPr/>
        </p:nvCxnSpPr>
        <p:spPr>
          <a:xfrm flipV="1">
            <a:off x="2362200" y="1371600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>
            <a:stCxn id="68" idx="3"/>
          </p:cNvCxnSpPr>
          <p:nvPr/>
        </p:nvCxnSpPr>
        <p:spPr>
          <a:xfrm>
            <a:off x="2362200" y="2244923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>
            <a:stCxn id="64" idx="3"/>
          </p:cNvCxnSpPr>
          <p:nvPr/>
        </p:nvCxnSpPr>
        <p:spPr>
          <a:xfrm flipV="1">
            <a:off x="2362200" y="28956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>
            <a:stCxn id="76" idx="3"/>
          </p:cNvCxnSpPr>
          <p:nvPr/>
        </p:nvCxnSpPr>
        <p:spPr>
          <a:xfrm>
            <a:off x="2362200" y="3768923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>
            <a:stCxn id="72" idx="3"/>
          </p:cNvCxnSpPr>
          <p:nvPr/>
        </p:nvCxnSpPr>
        <p:spPr>
          <a:xfrm flipV="1">
            <a:off x="2362200" y="44196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>
            <a:stCxn id="84" idx="3"/>
          </p:cNvCxnSpPr>
          <p:nvPr/>
        </p:nvCxnSpPr>
        <p:spPr>
          <a:xfrm>
            <a:off x="2393794" y="5292923"/>
            <a:ext cx="501806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>
            <a:stCxn id="80" idx="3"/>
          </p:cNvCxnSpPr>
          <p:nvPr/>
        </p:nvCxnSpPr>
        <p:spPr>
          <a:xfrm flipV="1">
            <a:off x="2393794" y="5943600"/>
            <a:ext cx="501806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8"/>
          <p:cNvGrpSpPr/>
          <p:nvPr/>
        </p:nvGrpSpPr>
        <p:grpSpPr>
          <a:xfrm>
            <a:off x="1600200" y="225623"/>
            <a:ext cx="914400" cy="5946577"/>
            <a:chOff x="1600200" y="225623"/>
            <a:chExt cx="914400" cy="5946577"/>
          </a:xfrm>
        </p:grpSpPr>
        <p:grpSp>
          <p:nvGrpSpPr>
            <p:cNvPr id="3" name="Group 43"/>
            <p:cNvGrpSpPr/>
            <p:nvPr/>
          </p:nvGrpSpPr>
          <p:grpSpPr>
            <a:xfrm>
              <a:off x="1600200" y="914400"/>
              <a:ext cx="882806" cy="688777"/>
              <a:chOff x="1676400" y="1292423"/>
              <a:chExt cx="882806" cy="688777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5</a:t>
                </a:r>
                <a:endParaRPr lang="en-US" sz="1400" dirty="0"/>
              </a:p>
            </p:txBody>
          </p:sp>
          <p:sp>
            <p:nvSpPr>
              <p:cNvPr id="13" name="Isosceles Triangle 1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56"/>
            <p:cNvGrpSpPr/>
            <p:nvPr/>
          </p:nvGrpSpPr>
          <p:grpSpPr>
            <a:xfrm>
              <a:off x="1600200" y="225623"/>
              <a:ext cx="882806" cy="688777"/>
              <a:chOff x="1676400" y="1292423"/>
              <a:chExt cx="882806" cy="688777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1</a:t>
                </a:r>
                <a:endParaRPr lang="en-US" sz="1400" dirty="0"/>
              </a:p>
            </p:txBody>
          </p:sp>
          <p:sp>
            <p:nvSpPr>
              <p:cNvPr id="59" name="Isosceles Triangle 58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60"/>
            <p:cNvGrpSpPr/>
            <p:nvPr/>
          </p:nvGrpSpPr>
          <p:grpSpPr>
            <a:xfrm>
              <a:off x="1600200" y="2435423"/>
              <a:ext cx="882806" cy="688777"/>
              <a:chOff x="1676400" y="1292423"/>
              <a:chExt cx="882806" cy="688777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2</a:t>
                </a:r>
                <a:endParaRPr lang="en-US" sz="1400" dirty="0"/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64"/>
            <p:cNvGrpSpPr/>
            <p:nvPr/>
          </p:nvGrpSpPr>
          <p:grpSpPr>
            <a:xfrm>
              <a:off x="1600200" y="1746646"/>
              <a:ext cx="882806" cy="688777"/>
              <a:chOff x="1676400" y="1292423"/>
              <a:chExt cx="882806" cy="68877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6</a:t>
                </a:r>
                <a:endParaRPr lang="en-US" sz="1400" dirty="0"/>
              </a:p>
            </p:txBody>
          </p:sp>
          <p:sp>
            <p:nvSpPr>
              <p:cNvPr id="67" name="Isosceles Triangle 66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ounded Rectangle 67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8"/>
            <p:cNvGrpSpPr/>
            <p:nvPr/>
          </p:nvGrpSpPr>
          <p:grpSpPr>
            <a:xfrm>
              <a:off x="1600200" y="3959423"/>
              <a:ext cx="882806" cy="688777"/>
              <a:chOff x="1676400" y="1292423"/>
              <a:chExt cx="882806" cy="68877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7</a:t>
                </a:r>
                <a:endParaRPr lang="en-US" sz="1400" dirty="0"/>
              </a:p>
            </p:txBody>
          </p:sp>
          <p:sp>
            <p:nvSpPr>
              <p:cNvPr id="71" name="Isosceles Triangle 70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ounded Rectangle 71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2"/>
            <p:cNvGrpSpPr/>
            <p:nvPr/>
          </p:nvGrpSpPr>
          <p:grpSpPr>
            <a:xfrm>
              <a:off x="1600200" y="3270646"/>
              <a:ext cx="882806" cy="688777"/>
              <a:chOff x="1676400" y="1292423"/>
              <a:chExt cx="882806" cy="688777"/>
            </a:xfrm>
          </p:grpSpPr>
          <p:sp>
            <p:nvSpPr>
              <p:cNvPr id="74" name="TextBox 73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3</a:t>
                </a:r>
                <a:endParaRPr lang="en-US" sz="1400" dirty="0"/>
              </a:p>
            </p:txBody>
          </p:sp>
          <p:sp>
            <p:nvSpPr>
              <p:cNvPr id="75" name="Isosceles Triangle 74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ounded Rectangle 75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76"/>
            <p:cNvGrpSpPr/>
            <p:nvPr/>
          </p:nvGrpSpPr>
          <p:grpSpPr>
            <a:xfrm>
              <a:off x="1631794" y="5483423"/>
              <a:ext cx="882806" cy="688777"/>
              <a:chOff x="1676400" y="1292423"/>
              <a:chExt cx="882806" cy="688777"/>
            </a:xfrm>
          </p:grpSpPr>
          <p:sp>
            <p:nvSpPr>
              <p:cNvPr id="78" name="TextBox 77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4</a:t>
                </a:r>
                <a:endParaRPr lang="en-US" sz="1400" dirty="0"/>
              </a:p>
            </p:txBody>
          </p:sp>
          <p:sp>
            <p:nvSpPr>
              <p:cNvPr id="79" name="Isosceles Triangle 78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80"/>
            <p:cNvGrpSpPr/>
            <p:nvPr/>
          </p:nvGrpSpPr>
          <p:grpSpPr>
            <a:xfrm>
              <a:off x="1631794" y="4794646"/>
              <a:ext cx="882806" cy="688777"/>
              <a:chOff x="1676400" y="1292423"/>
              <a:chExt cx="882806" cy="688777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8</a:t>
                </a:r>
                <a:endParaRPr lang="en-US" sz="1400" dirty="0"/>
              </a:p>
            </p:txBody>
          </p:sp>
          <p:sp>
            <p:nvSpPr>
              <p:cNvPr id="83" name="Isosceles Triangle 8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5" name="TextBox 84"/>
          <p:cNvSpPr txBox="1"/>
          <p:nvPr/>
        </p:nvSpPr>
        <p:spPr>
          <a:xfrm rot="16200000">
            <a:off x="-525846" y="3206747"/>
            <a:ext cx="1878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CTL BOT</a:t>
            </a:r>
            <a:endParaRPr lang="en-US" sz="3600" b="1" dirty="0"/>
          </a:p>
        </p:txBody>
      </p:sp>
      <p:grpSp>
        <p:nvGrpSpPr>
          <p:cNvPr id="12" name="Group 87"/>
          <p:cNvGrpSpPr/>
          <p:nvPr/>
        </p:nvGrpSpPr>
        <p:grpSpPr>
          <a:xfrm>
            <a:off x="762000" y="533400"/>
            <a:ext cx="381000" cy="838200"/>
            <a:chOff x="762000" y="533400"/>
            <a:chExt cx="381000" cy="838200"/>
          </a:xfrm>
        </p:grpSpPr>
        <p:sp>
          <p:nvSpPr>
            <p:cNvPr id="86" name="Rectangle 85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1</a:t>
              </a:r>
              <a:endParaRPr lang="en-US" sz="2800" b="1" dirty="0"/>
            </a:p>
          </p:txBody>
        </p:sp>
      </p:grpSp>
      <p:grpSp>
        <p:nvGrpSpPr>
          <p:cNvPr id="15" name="Group 89"/>
          <p:cNvGrpSpPr/>
          <p:nvPr/>
        </p:nvGrpSpPr>
        <p:grpSpPr>
          <a:xfrm>
            <a:off x="762000" y="1524000"/>
            <a:ext cx="381000" cy="838200"/>
            <a:chOff x="762000" y="533400"/>
            <a:chExt cx="381000" cy="838200"/>
          </a:xfrm>
        </p:grpSpPr>
        <p:sp>
          <p:nvSpPr>
            <p:cNvPr id="91" name="Rectangle 90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2</a:t>
              </a:r>
              <a:endParaRPr lang="en-US" sz="2800" b="1" dirty="0"/>
            </a:p>
          </p:txBody>
        </p:sp>
      </p:grpSp>
      <p:grpSp>
        <p:nvGrpSpPr>
          <p:cNvPr id="16" name="Group 92"/>
          <p:cNvGrpSpPr/>
          <p:nvPr/>
        </p:nvGrpSpPr>
        <p:grpSpPr>
          <a:xfrm>
            <a:off x="762000" y="2438400"/>
            <a:ext cx="381000" cy="838200"/>
            <a:chOff x="762000" y="533400"/>
            <a:chExt cx="381000" cy="838200"/>
          </a:xfrm>
        </p:grpSpPr>
        <p:sp>
          <p:nvSpPr>
            <p:cNvPr id="94" name="Rectangle 93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3</a:t>
              </a:r>
              <a:endParaRPr lang="en-US" sz="2800" b="1" dirty="0"/>
            </a:p>
          </p:txBody>
        </p:sp>
      </p:grpSp>
      <p:grpSp>
        <p:nvGrpSpPr>
          <p:cNvPr id="17" name="Group 95"/>
          <p:cNvGrpSpPr/>
          <p:nvPr/>
        </p:nvGrpSpPr>
        <p:grpSpPr>
          <a:xfrm>
            <a:off x="762000" y="3352800"/>
            <a:ext cx="381000" cy="838200"/>
            <a:chOff x="762000" y="533400"/>
            <a:chExt cx="381000" cy="838200"/>
          </a:xfrm>
        </p:grpSpPr>
        <p:sp>
          <p:nvSpPr>
            <p:cNvPr id="97" name="Rectangle 96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4</a:t>
              </a:r>
              <a:endParaRPr lang="en-US" sz="2800" b="1" dirty="0"/>
            </a:p>
          </p:txBody>
        </p:sp>
      </p:grpSp>
      <p:grpSp>
        <p:nvGrpSpPr>
          <p:cNvPr id="18" name="Group 98"/>
          <p:cNvGrpSpPr/>
          <p:nvPr/>
        </p:nvGrpSpPr>
        <p:grpSpPr>
          <a:xfrm>
            <a:off x="762000" y="4267200"/>
            <a:ext cx="381000" cy="838200"/>
            <a:chOff x="762000" y="533400"/>
            <a:chExt cx="381000" cy="838200"/>
          </a:xfrm>
        </p:grpSpPr>
        <p:sp>
          <p:nvSpPr>
            <p:cNvPr id="100" name="Rectangle 99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5</a:t>
              </a:r>
              <a:endParaRPr lang="en-US" sz="2800" b="1" dirty="0"/>
            </a:p>
          </p:txBody>
        </p:sp>
      </p:grpSp>
      <p:grpSp>
        <p:nvGrpSpPr>
          <p:cNvPr id="19" name="Group 101"/>
          <p:cNvGrpSpPr/>
          <p:nvPr/>
        </p:nvGrpSpPr>
        <p:grpSpPr>
          <a:xfrm>
            <a:off x="762000" y="5181600"/>
            <a:ext cx="381000" cy="838200"/>
            <a:chOff x="762000" y="533400"/>
            <a:chExt cx="381000" cy="838200"/>
          </a:xfrm>
        </p:grpSpPr>
        <p:sp>
          <p:nvSpPr>
            <p:cNvPr id="103" name="Rectangle 102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6</a:t>
              </a:r>
              <a:endParaRPr lang="en-US" sz="2800" b="1" dirty="0"/>
            </a:p>
          </p:txBody>
        </p:sp>
      </p:grpSp>
      <p:grpSp>
        <p:nvGrpSpPr>
          <p:cNvPr id="20" name="Group 109"/>
          <p:cNvGrpSpPr/>
          <p:nvPr/>
        </p:nvGrpSpPr>
        <p:grpSpPr>
          <a:xfrm>
            <a:off x="2479357" y="381000"/>
            <a:ext cx="1670824" cy="1143000"/>
            <a:chOff x="2479357" y="381000"/>
            <a:chExt cx="1670824" cy="1143000"/>
          </a:xfrm>
        </p:grpSpPr>
        <p:sp>
          <p:nvSpPr>
            <p:cNvPr id="105" name="Rectangle 104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1</a:t>
              </a:r>
              <a:endParaRPr lang="en-US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479357" y="392668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J11</a:t>
              </a:r>
              <a:endParaRPr lang="en-US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479357" y="1066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J15</a:t>
              </a:r>
              <a:endParaRPr lang="en-US" dirty="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J6</a:t>
              </a:r>
              <a:endParaRPr lang="en-US" dirty="0"/>
            </a:p>
          </p:txBody>
        </p:sp>
      </p:grpSp>
      <p:grpSp>
        <p:nvGrpSpPr>
          <p:cNvPr id="21" name="Group 112"/>
          <p:cNvGrpSpPr/>
          <p:nvPr/>
        </p:nvGrpSpPr>
        <p:grpSpPr>
          <a:xfrm>
            <a:off x="2438400" y="1905000"/>
            <a:ext cx="1711781" cy="1219200"/>
            <a:chOff x="2438400" y="304800"/>
            <a:chExt cx="1711781" cy="1219200"/>
          </a:xfrm>
        </p:grpSpPr>
        <p:sp>
          <p:nvSpPr>
            <p:cNvPr id="114" name="Rectangle 113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2</a:t>
              </a:r>
              <a:endParaRPr lang="en-US" dirty="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438400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J16</a:t>
              </a:r>
              <a:endParaRPr lang="en-US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J12</a:t>
              </a:r>
              <a:endParaRPr lang="en-US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J7</a:t>
              </a:r>
              <a:endParaRPr lang="en-US" dirty="0"/>
            </a:p>
          </p:txBody>
        </p:sp>
      </p:grpSp>
      <p:grpSp>
        <p:nvGrpSpPr>
          <p:cNvPr id="22" name="Group 118"/>
          <p:cNvGrpSpPr/>
          <p:nvPr/>
        </p:nvGrpSpPr>
        <p:grpSpPr>
          <a:xfrm>
            <a:off x="2479357" y="3429000"/>
            <a:ext cx="1670824" cy="1219200"/>
            <a:chOff x="2479357" y="304800"/>
            <a:chExt cx="1670824" cy="1219200"/>
          </a:xfrm>
        </p:grpSpPr>
        <p:sp>
          <p:nvSpPr>
            <p:cNvPr id="120" name="Rectangle 119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3</a:t>
              </a:r>
              <a:endParaRPr lang="en-US" dirty="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479357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J13</a:t>
              </a:r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J17</a:t>
              </a:r>
              <a:endParaRPr lang="en-US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J8</a:t>
              </a:r>
              <a:endParaRPr lang="en-US" dirty="0"/>
            </a:p>
          </p:txBody>
        </p:sp>
      </p:grpSp>
      <p:grpSp>
        <p:nvGrpSpPr>
          <p:cNvPr id="23" name="Group 124"/>
          <p:cNvGrpSpPr/>
          <p:nvPr/>
        </p:nvGrpSpPr>
        <p:grpSpPr>
          <a:xfrm>
            <a:off x="2479357" y="4953000"/>
            <a:ext cx="1670824" cy="1219200"/>
            <a:chOff x="2479357" y="304800"/>
            <a:chExt cx="1670824" cy="1219200"/>
          </a:xfrm>
        </p:grpSpPr>
        <p:sp>
          <p:nvSpPr>
            <p:cNvPr id="126" name="Rectangle 125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4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479357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J18</a:t>
              </a:r>
              <a:endParaRPr lang="en-US" dirty="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J14</a:t>
              </a:r>
              <a:endParaRPr lang="en-US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J9</a:t>
              </a:r>
              <a:endParaRPr lang="en-US" dirty="0"/>
            </a:p>
          </p:txBody>
        </p:sp>
      </p:grpSp>
      <p:sp>
        <p:nvSpPr>
          <p:cNvPr id="131" name="Rectangle 130"/>
          <p:cNvSpPr/>
          <p:nvPr/>
        </p:nvSpPr>
        <p:spPr>
          <a:xfrm>
            <a:off x="4191000" y="304800"/>
            <a:ext cx="609600" cy="60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/>
          <p:cNvSpPr txBox="1"/>
          <p:nvPr/>
        </p:nvSpPr>
        <p:spPr>
          <a:xfrm rot="16200000">
            <a:off x="3287642" y="3036957"/>
            <a:ext cx="2362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PENWALL</a:t>
            </a:r>
            <a:endParaRPr lang="en-US" sz="4000" dirty="0">
              <a:solidFill>
                <a:schemeClr val="bg1"/>
              </a:solidFill>
            </a:endParaRPr>
          </a:p>
        </p:txBody>
      </p:sp>
      <p:cxnSp>
        <p:nvCxnSpPr>
          <p:cNvPr id="134" name="Straight Connector 133"/>
          <p:cNvCxnSpPr/>
          <p:nvPr/>
        </p:nvCxnSpPr>
        <p:spPr>
          <a:xfrm>
            <a:off x="3810000" y="1066800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3810000" y="2667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3810000" y="4191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3810000" y="5715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147"/>
          <p:cNvGrpSpPr/>
          <p:nvPr/>
        </p:nvGrpSpPr>
        <p:grpSpPr>
          <a:xfrm>
            <a:off x="5638800" y="-76200"/>
            <a:ext cx="2667000" cy="6400800"/>
            <a:chOff x="5638800" y="-76200"/>
            <a:chExt cx="2667000" cy="6400800"/>
          </a:xfrm>
        </p:grpSpPr>
        <p:sp>
          <p:nvSpPr>
            <p:cNvPr id="138" name="Rectangle 137"/>
            <p:cNvSpPr/>
            <p:nvPr/>
          </p:nvSpPr>
          <p:spPr>
            <a:xfrm>
              <a:off x="5638800" y="381000"/>
              <a:ext cx="2667000" cy="5943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248400" y="-76200"/>
              <a:ext cx="12121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UCERD</a:t>
              </a:r>
              <a:endParaRPr lang="en-US" sz="2800" b="1" dirty="0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248400" y="7620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6248400" y="20574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6248400" y="33528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6248400" y="46482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356895" y="11107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1</a:t>
              </a:r>
              <a:endParaRPr lang="en-US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356895" y="24061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2</a:t>
              </a:r>
              <a:endParaRPr lang="en-US" dirty="0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356895" y="37015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3</a:t>
              </a:r>
              <a:endParaRPr lang="en-US" dirty="0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356895" y="49969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4</a:t>
              </a:r>
              <a:endParaRPr lang="en-US" dirty="0"/>
            </a:p>
          </p:txBody>
        </p:sp>
      </p:grpSp>
      <p:cxnSp>
        <p:nvCxnSpPr>
          <p:cNvPr id="150" name="Elbow Connector 149"/>
          <p:cNvCxnSpPr>
            <a:stCxn id="14" idx="1"/>
            <a:endCxn id="97" idx="3"/>
          </p:cNvCxnSpPr>
          <p:nvPr/>
        </p:nvCxnSpPr>
        <p:spPr>
          <a:xfrm rot="10800000" flipV="1">
            <a:off x="1143000" y="1412676"/>
            <a:ext cx="533400" cy="2359223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/>
          <p:cNvCxnSpPr>
            <a:endCxn id="140" idx="1"/>
          </p:cNvCxnSpPr>
          <p:nvPr/>
        </p:nvCxnSpPr>
        <p:spPr>
          <a:xfrm>
            <a:off x="4800600" y="1066800"/>
            <a:ext cx="1447800" cy="2286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Elbow Connector 155"/>
          <p:cNvCxnSpPr>
            <a:endCxn id="141" idx="1"/>
          </p:cNvCxnSpPr>
          <p:nvPr/>
        </p:nvCxnSpPr>
        <p:spPr>
          <a:xfrm flipV="1">
            <a:off x="4800600" y="2590800"/>
            <a:ext cx="1447800" cy="762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Elbow Connector 157"/>
          <p:cNvCxnSpPr>
            <a:endCxn id="142" idx="1"/>
          </p:cNvCxnSpPr>
          <p:nvPr/>
        </p:nvCxnSpPr>
        <p:spPr>
          <a:xfrm flipV="1">
            <a:off x="4800600" y="3886200"/>
            <a:ext cx="1447800" cy="2286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Elbow Connector 159"/>
          <p:cNvCxnSpPr>
            <a:endCxn id="143" idx="1"/>
          </p:cNvCxnSpPr>
          <p:nvPr/>
        </p:nvCxnSpPr>
        <p:spPr>
          <a:xfrm flipV="1">
            <a:off x="4800600" y="5181600"/>
            <a:ext cx="1447800" cy="5334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/>
          <p:cNvCxnSpPr>
            <a:stCxn id="72" idx="1"/>
            <a:endCxn id="103" idx="3"/>
          </p:cNvCxnSpPr>
          <p:nvPr/>
        </p:nvCxnSpPr>
        <p:spPr>
          <a:xfrm rot="10800000" flipV="1">
            <a:off x="1143000" y="4457700"/>
            <a:ext cx="533400" cy="1143000"/>
          </a:xfrm>
          <a:prstGeom prst="bentConnector3">
            <a:avLst>
              <a:gd name="adj1" fmla="val 50000"/>
            </a:avLst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Elbow Connector 165"/>
          <p:cNvCxnSpPr>
            <a:stCxn id="68" idx="1"/>
            <a:endCxn id="100" idx="3"/>
          </p:cNvCxnSpPr>
          <p:nvPr/>
        </p:nvCxnSpPr>
        <p:spPr>
          <a:xfrm rot="10800000" flipV="1">
            <a:off x="1143000" y="2244922"/>
            <a:ext cx="533400" cy="2441377"/>
          </a:xfrm>
          <a:prstGeom prst="bentConnector3">
            <a:avLst>
              <a:gd name="adj1" fmla="val 63393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80" idx="1"/>
            <a:endCxn id="94" idx="3"/>
          </p:cNvCxnSpPr>
          <p:nvPr/>
        </p:nvCxnSpPr>
        <p:spPr>
          <a:xfrm rot="10800000">
            <a:off x="1143000" y="2857500"/>
            <a:ext cx="564994" cy="3124200"/>
          </a:xfrm>
          <a:prstGeom prst="bentConnector3">
            <a:avLst>
              <a:gd name="adj1" fmla="val 80345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60" idx="3"/>
          </p:cNvCxnSpPr>
          <p:nvPr/>
        </p:nvCxnSpPr>
        <p:spPr>
          <a:xfrm>
            <a:off x="2362200" y="7239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4" idx="3"/>
          </p:cNvCxnSpPr>
          <p:nvPr/>
        </p:nvCxnSpPr>
        <p:spPr>
          <a:xfrm flipV="1">
            <a:off x="2362200" y="1371600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>
            <a:stCxn id="68" idx="3"/>
          </p:cNvCxnSpPr>
          <p:nvPr/>
        </p:nvCxnSpPr>
        <p:spPr>
          <a:xfrm>
            <a:off x="2362200" y="2244923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>
            <a:stCxn id="64" idx="3"/>
          </p:cNvCxnSpPr>
          <p:nvPr/>
        </p:nvCxnSpPr>
        <p:spPr>
          <a:xfrm flipV="1">
            <a:off x="2362200" y="28956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>
            <a:stCxn id="76" idx="3"/>
          </p:cNvCxnSpPr>
          <p:nvPr/>
        </p:nvCxnSpPr>
        <p:spPr>
          <a:xfrm>
            <a:off x="2362200" y="3768923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>
            <a:stCxn id="72" idx="3"/>
          </p:cNvCxnSpPr>
          <p:nvPr/>
        </p:nvCxnSpPr>
        <p:spPr>
          <a:xfrm flipV="1">
            <a:off x="2362200" y="44196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>
            <a:stCxn id="84" idx="3"/>
          </p:cNvCxnSpPr>
          <p:nvPr/>
        </p:nvCxnSpPr>
        <p:spPr>
          <a:xfrm>
            <a:off x="2393794" y="5292923"/>
            <a:ext cx="501806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>
            <a:stCxn id="80" idx="3"/>
          </p:cNvCxnSpPr>
          <p:nvPr/>
        </p:nvCxnSpPr>
        <p:spPr>
          <a:xfrm flipV="1">
            <a:off x="2393794" y="5943600"/>
            <a:ext cx="501806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8"/>
          <p:cNvGrpSpPr/>
          <p:nvPr/>
        </p:nvGrpSpPr>
        <p:grpSpPr>
          <a:xfrm>
            <a:off x="1600200" y="225623"/>
            <a:ext cx="914400" cy="5946577"/>
            <a:chOff x="1600200" y="225623"/>
            <a:chExt cx="914400" cy="5946577"/>
          </a:xfrm>
        </p:grpSpPr>
        <p:grpSp>
          <p:nvGrpSpPr>
            <p:cNvPr id="3" name="Group 43"/>
            <p:cNvGrpSpPr/>
            <p:nvPr/>
          </p:nvGrpSpPr>
          <p:grpSpPr>
            <a:xfrm>
              <a:off x="1600200" y="914400"/>
              <a:ext cx="882806" cy="688777"/>
              <a:chOff x="1676400" y="1292423"/>
              <a:chExt cx="882806" cy="688777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5</a:t>
                </a:r>
                <a:endParaRPr lang="en-US" sz="1400" dirty="0"/>
              </a:p>
            </p:txBody>
          </p:sp>
          <p:sp>
            <p:nvSpPr>
              <p:cNvPr id="13" name="Isosceles Triangle 1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56"/>
            <p:cNvGrpSpPr/>
            <p:nvPr/>
          </p:nvGrpSpPr>
          <p:grpSpPr>
            <a:xfrm>
              <a:off x="1600200" y="225623"/>
              <a:ext cx="882806" cy="688777"/>
              <a:chOff x="1676400" y="1292423"/>
              <a:chExt cx="882806" cy="688777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1</a:t>
                </a:r>
                <a:endParaRPr lang="en-US" sz="1400" dirty="0"/>
              </a:p>
            </p:txBody>
          </p:sp>
          <p:sp>
            <p:nvSpPr>
              <p:cNvPr id="59" name="Isosceles Triangle 58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60"/>
            <p:cNvGrpSpPr/>
            <p:nvPr/>
          </p:nvGrpSpPr>
          <p:grpSpPr>
            <a:xfrm>
              <a:off x="1600200" y="2435423"/>
              <a:ext cx="882806" cy="688777"/>
              <a:chOff x="1676400" y="1292423"/>
              <a:chExt cx="882806" cy="688777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2</a:t>
                </a:r>
                <a:endParaRPr lang="en-US" sz="1400" dirty="0"/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64"/>
            <p:cNvGrpSpPr/>
            <p:nvPr/>
          </p:nvGrpSpPr>
          <p:grpSpPr>
            <a:xfrm>
              <a:off x="1600200" y="1746646"/>
              <a:ext cx="882806" cy="688777"/>
              <a:chOff x="1676400" y="1292423"/>
              <a:chExt cx="882806" cy="68877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6</a:t>
                </a:r>
                <a:endParaRPr lang="en-US" sz="1400" dirty="0"/>
              </a:p>
            </p:txBody>
          </p:sp>
          <p:sp>
            <p:nvSpPr>
              <p:cNvPr id="67" name="Isosceles Triangle 66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ounded Rectangle 67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8"/>
            <p:cNvGrpSpPr/>
            <p:nvPr/>
          </p:nvGrpSpPr>
          <p:grpSpPr>
            <a:xfrm>
              <a:off x="1600200" y="3959423"/>
              <a:ext cx="882806" cy="688777"/>
              <a:chOff x="1676400" y="1292423"/>
              <a:chExt cx="882806" cy="68877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7</a:t>
                </a:r>
                <a:endParaRPr lang="en-US" sz="1400" dirty="0"/>
              </a:p>
            </p:txBody>
          </p:sp>
          <p:sp>
            <p:nvSpPr>
              <p:cNvPr id="71" name="Isosceles Triangle 70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ounded Rectangle 71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2"/>
            <p:cNvGrpSpPr/>
            <p:nvPr/>
          </p:nvGrpSpPr>
          <p:grpSpPr>
            <a:xfrm>
              <a:off x="1600200" y="3270646"/>
              <a:ext cx="882806" cy="688777"/>
              <a:chOff x="1676400" y="1292423"/>
              <a:chExt cx="882806" cy="688777"/>
            </a:xfrm>
          </p:grpSpPr>
          <p:sp>
            <p:nvSpPr>
              <p:cNvPr id="74" name="TextBox 73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3</a:t>
                </a:r>
                <a:endParaRPr lang="en-US" sz="1400" dirty="0"/>
              </a:p>
            </p:txBody>
          </p:sp>
          <p:sp>
            <p:nvSpPr>
              <p:cNvPr id="75" name="Isosceles Triangle 74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ounded Rectangle 75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76"/>
            <p:cNvGrpSpPr/>
            <p:nvPr/>
          </p:nvGrpSpPr>
          <p:grpSpPr>
            <a:xfrm>
              <a:off x="1631794" y="5483423"/>
              <a:ext cx="882806" cy="688777"/>
              <a:chOff x="1676400" y="1292423"/>
              <a:chExt cx="882806" cy="688777"/>
            </a:xfrm>
          </p:grpSpPr>
          <p:sp>
            <p:nvSpPr>
              <p:cNvPr id="78" name="TextBox 77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4</a:t>
                </a:r>
                <a:endParaRPr lang="en-US" sz="1400" dirty="0"/>
              </a:p>
            </p:txBody>
          </p:sp>
          <p:sp>
            <p:nvSpPr>
              <p:cNvPr id="79" name="Isosceles Triangle 78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80"/>
            <p:cNvGrpSpPr/>
            <p:nvPr/>
          </p:nvGrpSpPr>
          <p:grpSpPr>
            <a:xfrm>
              <a:off x="1631794" y="4794646"/>
              <a:ext cx="882806" cy="688777"/>
              <a:chOff x="1676400" y="1292423"/>
              <a:chExt cx="882806" cy="688777"/>
            </a:xfrm>
          </p:grpSpPr>
          <p:sp>
            <p:nvSpPr>
              <p:cNvPr id="82" name="TextBox 81"/>
              <p:cNvSpPr txBox="1"/>
              <p:nvPr/>
            </p:nvSpPr>
            <p:spPr>
              <a:xfrm>
                <a:off x="1676400" y="1292423"/>
                <a:ext cx="8828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Preamp 8</a:t>
                </a:r>
                <a:endParaRPr lang="en-US" sz="1400" dirty="0"/>
              </a:p>
            </p:txBody>
          </p:sp>
          <p:sp>
            <p:nvSpPr>
              <p:cNvPr id="83" name="Isosceles Triangle 82"/>
              <p:cNvSpPr/>
              <p:nvPr/>
            </p:nvSpPr>
            <p:spPr>
              <a:xfrm rot="16200000" flipV="1">
                <a:off x="2031377" y="1686095"/>
                <a:ext cx="244928" cy="192881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1752600" y="1600200"/>
                <a:ext cx="685800" cy="381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5" name="TextBox 84"/>
          <p:cNvSpPr txBox="1"/>
          <p:nvPr/>
        </p:nvSpPr>
        <p:spPr>
          <a:xfrm rot="16200000">
            <a:off x="-602044" y="2749548"/>
            <a:ext cx="2030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TORSOPA</a:t>
            </a:r>
            <a:endParaRPr lang="en-US" sz="3600" b="1" dirty="0"/>
          </a:p>
        </p:txBody>
      </p:sp>
      <p:grpSp>
        <p:nvGrpSpPr>
          <p:cNvPr id="12" name="Group 87"/>
          <p:cNvGrpSpPr/>
          <p:nvPr/>
        </p:nvGrpSpPr>
        <p:grpSpPr>
          <a:xfrm>
            <a:off x="457200" y="1143000"/>
            <a:ext cx="381000" cy="838200"/>
            <a:chOff x="762000" y="533400"/>
            <a:chExt cx="381000" cy="838200"/>
          </a:xfrm>
        </p:grpSpPr>
        <p:sp>
          <p:nvSpPr>
            <p:cNvPr id="86" name="Rectangle 85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1</a:t>
              </a:r>
              <a:endParaRPr lang="en-US" sz="2800" b="1" dirty="0"/>
            </a:p>
          </p:txBody>
        </p:sp>
      </p:grpSp>
      <p:grpSp>
        <p:nvGrpSpPr>
          <p:cNvPr id="15" name="Group 89"/>
          <p:cNvGrpSpPr/>
          <p:nvPr/>
        </p:nvGrpSpPr>
        <p:grpSpPr>
          <a:xfrm>
            <a:off x="914400" y="1143000"/>
            <a:ext cx="381000" cy="838200"/>
            <a:chOff x="762000" y="533400"/>
            <a:chExt cx="381000" cy="838200"/>
          </a:xfrm>
        </p:grpSpPr>
        <p:sp>
          <p:nvSpPr>
            <p:cNvPr id="91" name="Rectangle 90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2</a:t>
              </a:r>
              <a:endParaRPr lang="en-US" sz="2800" b="1" dirty="0"/>
            </a:p>
          </p:txBody>
        </p:sp>
      </p:grpSp>
      <p:grpSp>
        <p:nvGrpSpPr>
          <p:cNvPr id="16" name="Group 92"/>
          <p:cNvGrpSpPr/>
          <p:nvPr/>
        </p:nvGrpSpPr>
        <p:grpSpPr>
          <a:xfrm>
            <a:off x="304800" y="4038600"/>
            <a:ext cx="381000" cy="838200"/>
            <a:chOff x="762000" y="533400"/>
            <a:chExt cx="381000" cy="838200"/>
          </a:xfrm>
        </p:grpSpPr>
        <p:sp>
          <p:nvSpPr>
            <p:cNvPr id="94" name="Rectangle 93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3</a:t>
              </a:r>
              <a:endParaRPr lang="en-US" sz="2800" b="1" dirty="0"/>
            </a:p>
          </p:txBody>
        </p:sp>
      </p:grpSp>
      <p:grpSp>
        <p:nvGrpSpPr>
          <p:cNvPr id="17" name="Group 95"/>
          <p:cNvGrpSpPr/>
          <p:nvPr/>
        </p:nvGrpSpPr>
        <p:grpSpPr>
          <a:xfrm>
            <a:off x="762000" y="4038600"/>
            <a:ext cx="381000" cy="838200"/>
            <a:chOff x="762000" y="533400"/>
            <a:chExt cx="381000" cy="838200"/>
          </a:xfrm>
        </p:grpSpPr>
        <p:sp>
          <p:nvSpPr>
            <p:cNvPr id="97" name="Rectangle 96"/>
            <p:cNvSpPr/>
            <p:nvPr/>
          </p:nvSpPr>
          <p:spPr>
            <a:xfrm>
              <a:off x="762000" y="533400"/>
              <a:ext cx="381000" cy="838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62000" y="6959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4</a:t>
              </a:r>
              <a:endParaRPr lang="en-US" sz="2800" b="1" dirty="0"/>
            </a:p>
          </p:txBody>
        </p:sp>
      </p:grpSp>
      <p:grpSp>
        <p:nvGrpSpPr>
          <p:cNvPr id="20" name="Group 109"/>
          <p:cNvGrpSpPr/>
          <p:nvPr/>
        </p:nvGrpSpPr>
        <p:grpSpPr>
          <a:xfrm>
            <a:off x="2479357" y="381000"/>
            <a:ext cx="1670824" cy="1143000"/>
            <a:chOff x="2479357" y="381000"/>
            <a:chExt cx="1670824" cy="1143000"/>
          </a:xfrm>
        </p:grpSpPr>
        <p:sp>
          <p:nvSpPr>
            <p:cNvPr id="105" name="Rectangle 104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1</a:t>
              </a:r>
              <a:endParaRPr lang="en-US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479357" y="392668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J11</a:t>
              </a:r>
              <a:endParaRPr lang="en-US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479357" y="1066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J15</a:t>
              </a:r>
              <a:endParaRPr lang="en-US" dirty="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J6</a:t>
              </a:r>
              <a:endParaRPr lang="en-US" dirty="0"/>
            </a:p>
          </p:txBody>
        </p:sp>
      </p:grpSp>
      <p:grpSp>
        <p:nvGrpSpPr>
          <p:cNvPr id="21" name="Group 112"/>
          <p:cNvGrpSpPr/>
          <p:nvPr/>
        </p:nvGrpSpPr>
        <p:grpSpPr>
          <a:xfrm>
            <a:off x="2438400" y="1905000"/>
            <a:ext cx="1711781" cy="1219200"/>
            <a:chOff x="2438400" y="304800"/>
            <a:chExt cx="1711781" cy="1219200"/>
          </a:xfrm>
        </p:grpSpPr>
        <p:sp>
          <p:nvSpPr>
            <p:cNvPr id="114" name="Rectangle 113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2</a:t>
              </a:r>
              <a:endParaRPr lang="en-US" dirty="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438400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J16</a:t>
              </a:r>
              <a:endParaRPr lang="en-US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J12</a:t>
              </a:r>
              <a:endParaRPr lang="en-US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J7</a:t>
              </a:r>
              <a:endParaRPr lang="en-US" dirty="0"/>
            </a:p>
          </p:txBody>
        </p:sp>
      </p:grpSp>
      <p:grpSp>
        <p:nvGrpSpPr>
          <p:cNvPr id="22" name="Group 118"/>
          <p:cNvGrpSpPr/>
          <p:nvPr/>
        </p:nvGrpSpPr>
        <p:grpSpPr>
          <a:xfrm>
            <a:off x="2479357" y="3429000"/>
            <a:ext cx="1670824" cy="1219200"/>
            <a:chOff x="2479357" y="304800"/>
            <a:chExt cx="1670824" cy="1219200"/>
          </a:xfrm>
        </p:grpSpPr>
        <p:sp>
          <p:nvSpPr>
            <p:cNvPr id="120" name="Rectangle 119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3</a:t>
              </a:r>
              <a:endParaRPr lang="en-US" dirty="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479357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J13</a:t>
              </a:r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J17</a:t>
              </a:r>
              <a:endParaRPr lang="en-US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J8</a:t>
              </a:r>
              <a:endParaRPr lang="en-US" dirty="0"/>
            </a:p>
          </p:txBody>
        </p:sp>
      </p:grpSp>
      <p:grpSp>
        <p:nvGrpSpPr>
          <p:cNvPr id="23" name="Group 124"/>
          <p:cNvGrpSpPr/>
          <p:nvPr/>
        </p:nvGrpSpPr>
        <p:grpSpPr>
          <a:xfrm>
            <a:off x="2479357" y="4953000"/>
            <a:ext cx="1670824" cy="1219200"/>
            <a:chOff x="2479357" y="304800"/>
            <a:chExt cx="1670824" cy="1219200"/>
          </a:xfrm>
        </p:grpSpPr>
        <p:sp>
          <p:nvSpPr>
            <p:cNvPr id="126" name="Rectangle 125"/>
            <p:cNvSpPr/>
            <p:nvPr/>
          </p:nvSpPr>
          <p:spPr>
            <a:xfrm>
              <a:off x="2895600" y="457200"/>
              <a:ext cx="9144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895600" y="381000"/>
              <a:ext cx="970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Switch 4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479357" y="3048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J18</a:t>
              </a:r>
              <a:endParaRPr lang="en-US" dirty="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479357" y="9906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J14</a:t>
              </a:r>
              <a:endParaRPr lang="en-US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774757" y="7620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J9</a:t>
              </a:r>
              <a:endParaRPr lang="en-US" dirty="0"/>
            </a:p>
          </p:txBody>
        </p:sp>
      </p:grpSp>
      <p:sp>
        <p:nvSpPr>
          <p:cNvPr id="131" name="Rectangle 130"/>
          <p:cNvSpPr/>
          <p:nvPr/>
        </p:nvSpPr>
        <p:spPr>
          <a:xfrm>
            <a:off x="4191000" y="304800"/>
            <a:ext cx="609600" cy="60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/>
          <p:cNvSpPr txBox="1"/>
          <p:nvPr/>
        </p:nvSpPr>
        <p:spPr>
          <a:xfrm rot="16200000">
            <a:off x="3287642" y="3036957"/>
            <a:ext cx="2362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PENWALL</a:t>
            </a:r>
            <a:endParaRPr lang="en-US" sz="4000" dirty="0">
              <a:solidFill>
                <a:schemeClr val="bg1"/>
              </a:solidFill>
            </a:endParaRPr>
          </a:p>
        </p:txBody>
      </p:sp>
      <p:cxnSp>
        <p:nvCxnSpPr>
          <p:cNvPr id="134" name="Straight Connector 133"/>
          <p:cNvCxnSpPr/>
          <p:nvPr/>
        </p:nvCxnSpPr>
        <p:spPr>
          <a:xfrm>
            <a:off x="3810000" y="1066800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3810000" y="2667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3810000" y="4191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3810000" y="5715000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147"/>
          <p:cNvGrpSpPr/>
          <p:nvPr/>
        </p:nvGrpSpPr>
        <p:grpSpPr>
          <a:xfrm>
            <a:off x="5638800" y="-76200"/>
            <a:ext cx="2667000" cy="6400800"/>
            <a:chOff x="5638800" y="-76200"/>
            <a:chExt cx="2667000" cy="6400800"/>
          </a:xfrm>
        </p:grpSpPr>
        <p:sp>
          <p:nvSpPr>
            <p:cNvPr id="138" name="Rectangle 137"/>
            <p:cNvSpPr/>
            <p:nvPr/>
          </p:nvSpPr>
          <p:spPr>
            <a:xfrm>
              <a:off x="5638800" y="381000"/>
              <a:ext cx="2667000" cy="5943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248400" y="-76200"/>
              <a:ext cx="12121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UCERD</a:t>
              </a:r>
              <a:endParaRPr lang="en-US" sz="2800" b="1" dirty="0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248400" y="7620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6248400" y="20574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6248400" y="33528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6248400" y="4648200"/>
              <a:ext cx="1371600" cy="1066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356895" y="11107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1</a:t>
              </a:r>
              <a:endParaRPr lang="en-US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356895" y="24061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2</a:t>
              </a:r>
              <a:endParaRPr lang="en-US" dirty="0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356895" y="37015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3</a:t>
              </a:r>
              <a:endParaRPr lang="en-US" dirty="0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356895" y="4996934"/>
              <a:ext cx="1154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Receiver 4</a:t>
              </a:r>
              <a:endParaRPr lang="en-US" dirty="0"/>
            </a:p>
          </p:txBody>
        </p:sp>
      </p:grpSp>
      <p:cxnSp>
        <p:nvCxnSpPr>
          <p:cNvPr id="150" name="Elbow Connector 149"/>
          <p:cNvCxnSpPr>
            <a:stCxn id="80" idx="1"/>
            <a:endCxn id="97" idx="2"/>
          </p:cNvCxnSpPr>
          <p:nvPr/>
        </p:nvCxnSpPr>
        <p:spPr>
          <a:xfrm rot="10800000">
            <a:off x="952500" y="4876800"/>
            <a:ext cx="755494" cy="1104900"/>
          </a:xfrm>
          <a:prstGeom prst="bentConnector2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/>
          <p:cNvCxnSpPr>
            <a:endCxn id="140" idx="1"/>
          </p:cNvCxnSpPr>
          <p:nvPr/>
        </p:nvCxnSpPr>
        <p:spPr>
          <a:xfrm>
            <a:off x="4800600" y="1066800"/>
            <a:ext cx="1447800" cy="2286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Elbow Connector 155"/>
          <p:cNvCxnSpPr>
            <a:endCxn id="141" idx="1"/>
          </p:cNvCxnSpPr>
          <p:nvPr/>
        </p:nvCxnSpPr>
        <p:spPr>
          <a:xfrm flipV="1">
            <a:off x="4800600" y="2590800"/>
            <a:ext cx="1447800" cy="762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Elbow Connector 157"/>
          <p:cNvCxnSpPr>
            <a:endCxn id="142" idx="1"/>
          </p:cNvCxnSpPr>
          <p:nvPr/>
        </p:nvCxnSpPr>
        <p:spPr>
          <a:xfrm flipV="1">
            <a:off x="4800600" y="3886200"/>
            <a:ext cx="1447800" cy="2286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Elbow Connector 159"/>
          <p:cNvCxnSpPr>
            <a:endCxn id="143" idx="1"/>
          </p:cNvCxnSpPr>
          <p:nvPr/>
        </p:nvCxnSpPr>
        <p:spPr>
          <a:xfrm flipV="1">
            <a:off x="4800600" y="5181600"/>
            <a:ext cx="1447800" cy="5334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/>
          <p:cNvCxnSpPr>
            <a:stCxn id="64" idx="1"/>
            <a:endCxn id="91" idx="2"/>
          </p:cNvCxnSpPr>
          <p:nvPr/>
        </p:nvCxnSpPr>
        <p:spPr>
          <a:xfrm rot="10800000">
            <a:off x="1104900" y="1981200"/>
            <a:ext cx="571500" cy="952500"/>
          </a:xfrm>
          <a:prstGeom prst="bentConnector2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Elbow Connector 165"/>
          <p:cNvCxnSpPr>
            <a:stCxn id="14" idx="1"/>
            <a:endCxn id="86" idx="0"/>
          </p:cNvCxnSpPr>
          <p:nvPr/>
        </p:nvCxnSpPr>
        <p:spPr>
          <a:xfrm rot="10800000">
            <a:off x="647700" y="1143001"/>
            <a:ext cx="1028700" cy="269677"/>
          </a:xfrm>
          <a:prstGeom prst="bentConnector4">
            <a:avLst>
              <a:gd name="adj1" fmla="val 25463"/>
              <a:gd name="adj2" fmla="val 184768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endCxn id="94" idx="2"/>
          </p:cNvCxnSpPr>
          <p:nvPr/>
        </p:nvCxnSpPr>
        <p:spPr>
          <a:xfrm rot="10800000" flipV="1">
            <a:off x="495300" y="4508500"/>
            <a:ext cx="1104900" cy="368300"/>
          </a:xfrm>
          <a:prstGeom prst="bentConnector4">
            <a:avLst>
              <a:gd name="adj1" fmla="val 31034"/>
              <a:gd name="adj2" fmla="val 162069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60" idx="3"/>
          </p:cNvCxnSpPr>
          <p:nvPr/>
        </p:nvCxnSpPr>
        <p:spPr>
          <a:xfrm>
            <a:off x="2362200" y="7239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4" idx="3"/>
          </p:cNvCxnSpPr>
          <p:nvPr/>
        </p:nvCxnSpPr>
        <p:spPr>
          <a:xfrm flipV="1">
            <a:off x="2362200" y="1371600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>
            <a:stCxn id="68" idx="3"/>
          </p:cNvCxnSpPr>
          <p:nvPr/>
        </p:nvCxnSpPr>
        <p:spPr>
          <a:xfrm>
            <a:off x="2362200" y="2244923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>
            <a:stCxn id="64" idx="3"/>
          </p:cNvCxnSpPr>
          <p:nvPr/>
        </p:nvCxnSpPr>
        <p:spPr>
          <a:xfrm flipV="1">
            <a:off x="2362200" y="28956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>
            <a:stCxn id="76" idx="3"/>
          </p:cNvCxnSpPr>
          <p:nvPr/>
        </p:nvCxnSpPr>
        <p:spPr>
          <a:xfrm>
            <a:off x="2362200" y="3768923"/>
            <a:ext cx="533400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>
            <a:stCxn id="72" idx="3"/>
          </p:cNvCxnSpPr>
          <p:nvPr/>
        </p:nvCxnSpPr>
        <p:spPr>
          <a:xfrm flipV="1">
            <a:off x="2362200" y="4419600"/>
            <a:ext cx="533400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>
            <a:stCxn id="84" idx="3"/>
          </p:cNvCxnSpPr>
          <p:nvPr/>
        </p:nvCxnSpPr>
        <p:spPr>
          <a:xfrm>
            <a:off x="2393794" y="5292923"/>
            <a:ext cx="501806" cy="41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>
            <a:stCxn id="80" idx="3"/>
          </p:cNvCxnSpPr>
          <p:nvPr/>
        </p:nvCxnSpPr>
        <p:spPr>
          <a:xfrm flipV="1">
            <a:off x="2393794" y="5943600"/>
            <a:ext cx="501806" cy="38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5334000"/>
            <a:ext cx="9144000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BCT rethink medical imagi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1752600"/>
            <a:ext cx="7113447" cy="2636453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Created by Ruben Beltran Rev1 25Sep2016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6844</TotalTime>
  <Words>262</Words>
  <Application>Microsoft Office PowerPoint</Application>
  <PresentationFormat>On-screen Show (4:3)</PresentationFormat>
  <Paragraphs>160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GE MRI COIL TROUBLESHOOTING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alicia.bostic</dc:creator>
  <cp:lastModifiedBy>BUBA</cp:lastModifiedBy>
  <cp:revision>60</cp:revision>
  <dcterms:created xsi:type="dcterms:W3CDTF">2013-11-14T01:22:54Z</dcterms:created>
  <dcterms:modified xsi:type="dcterms:W3CDTF">2017-01-07T16:51:21Z</dcterms:modified>
</cp:coreProperties>
</file>