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81" r:id="rId13"/>
    <p:sldId id="267" r:id="rId14"/>
    <p:sldId id="268" r:id="rId15"/>
    <p:sldId id="270" r:id="rId16"/>
    <p:sldId id="271" r:id="rId17"/>
    <p:sldId id="274" r:id="rId18"/>
    <p:sldId id="272" r:id="rId19"/>
    <p:sldId id="275" r:id="rId20"/>
    <p:sldId id="276" r:id="rId21"/>
    <p:sldId id="277" r:id="rId22"/>
    <p:sldId id="278" r:id="rId23"/>
    <p:sldId id="279"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975" autoAdjust="0"/>
  </p:normalViewPr>
  <p:slideViewPr>
    <p:cSldViewPr>
      <p:cViewPr>
        <p:scale>
          <a:sx n="91" d="100"/>
          <a:sy n="91" d="100"/>
        </p:scale>
        <p:origin x="66" y="22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e J" userId="22cf0bdf11e74b3e" providerId="LiveId" clId="{545D3A55-C092-45DC-B043-83C1ED8232A7}"/>
    <pc:docChg chg="undo custSel modSld">
      <pc:chgData name="Mike J" userId="22cf0bdf11e74b3e" providerId="LiveId" clId="{545D3A55-C092-45DC-B043-83C1ED8232A7}" dt="2024-05-08T00:38:07.464" v="99" actId="26606"/>
      <pc:docMkLst>
        <pc:docMk/>
      </pc:docMkLst>
      <pc:sldChg chg="delSp modSp mod">
        <pc:chgData name="Mike J" userId="22cf0bdf11e74b3e" providerId="LiveId" clId="{545D3A55-C092-45DC-B043-83C1ED8232A7}" dt="2024-05-08T00:22:55.573" v="13" actId="478"/>
        <pc:sldMkLst>
          <pc:docMk/>
          <pc:sldMk cId="0" sldId="256"/>
        </pc:sldMkLst>
        <pc:spChg chg="mod">
          <ac:chgData name="Mike J" userId="22cf0bdf11e74b3e" providerId="LiveId" clId="{545D3A55-C092-45DC-B043-83C1ED8232A7}" dt="2024-05-08T00:22:50.659" v="12" actId="20577"/>
          <ac:spMkLst>
            <pc:docMk/>
            <pc:sldMk cId="0" sldId="256"/>
            <ac:spMk id="2" creationId="{00000000-0000-0000-0000-000000000000}"/>
          </ac:spMkLst>
        </pc:spChg>
        <pc:picChg chg="del">
          <ac:chgData name="Mike J" userId="22cf0bdf11e74b3e" providerId="LiveId" clId="{545D3A55-C092-45DC-B043-83C1ED8232A7}" dt="2024-05-08T00:22:55.573" v="13" actId="478"/>
          <ac:picMkLst>
            <pc:docMk/>
            <pc:sldMk cId="0" sldId="256"/>
            <ac:picMk id="4" creationId="{00000000-0000-0000-0000-000000000000}"/>
          </ac:picMkLst>
        </pc:picChg>
      </pc:sldChg>
      <pc:sldChg chg="addSp delSp modSp mod setBg setClrOvrMap">
        <pc:chgData name="Mike J" userId="22cf0bdf11e74b3e" providerId="LiveId" clId="{545D3A55-C092-45DC-B043-83C1ED8232A7}" dt="2024-05-08T00:24:30.738" v="34" actId="26606"/>
        <pc:sldMkLst>
          <pc:docMk/>
          <pc:sldMk cId="0" sldId="257"/>
        </pc:sldMkLst>
        <pc:spChg chg="mod">
          <ac:chgData name="Mike J" userId="22cf0bdf11e74b3e" providerId="LiveId" clId="{545D3A55-C092-45DC-B043-83C1ED8232A7}" dt="2024-05-08T00:24:30.738" v="34" actId="26606"/>
          <ac:spMkLst>
            <pc:docMk/>
            <pc:sldMk cId="0" sldId="257"/>
            <ac:spMk id="4" creationId="{00000000-0000-0000-0000-000000000000}"/>
          </ac:spMkLst>
        </pc:spChg>
        <pc:spChg chg="mod">
          <ac:chgData name="Mike J" userId="22cf0bdf11e74b3e" providerId="LiveId" clId="{545D3A55-C092-45DC-B043-83C1ED8232A7}" dt="2024-05-08T00:24:30.738" v="34" actId="26606"/>
          <ac:spMkLst>
            <pc:docMk/>
            <pc:sldMk cId="0" sldId="257"/>
            <ac:spMk id="7" creationId="{00000000-0000-0000-0000-000000000000}"/>
          </ac:spMkLst>
        </pc:spChg>
        <pc:spChg chg="mod">
          <ac:chgData name="Mike J" userId="22cf0bdf11e74b3e" providerId="LiveId" clId="{545D3A55-C092-45DC-B043-83C1ED8232A7}" dt="2024-05-08T00:24:30.738" v="34" actId="26606"/>
          <ac:spMkLst>
            <pc:docMk/>
            <pc:sldMk cId="0" sldId="257"/>
            <ac:spMk id="9" creationId="{00000000-0000-0000-0000-000000000000}"/>
          </ac:spMkLst>
        </pc:spChg>
        <pc:spChg chg="mod">
          <ac:chgData name="Mike J" userId="22cf0bdf11e74b3e" providerId="LiveId" clId="{545D3A55-C092-45DC-B043-83C1ED8232A7}" dt="2024-05-08T00:24:30.738" v="34" actId="26606"/>
          <ac:spMkLst>
            <pc:docMk/>
            <pc:sldMk cId="0" sldId="257"/>
            <ac:spMk id="10" creationId="{00000000-0000-0000-0000-000000000000}"/>
          </ac:spMkLst>
        </pc:spChg>
        <pc:spChg chg="mod">
          <ac:chgData name="Mike J" userId="22cf0bdf11e74b3e" providerId="LiveId" clId="{545D3A55-C092-45DC-B043-83C1ED8232A7}" dt="2024-05-08T00:24:30.738" v="34" actId="26606"/>
          <ac:spMkLst>
            <pc:docMk/>
            <pc:sldMk cId="0" sldId="257"/>
            <ac:spMk id="11" creationId="{00000000-0000-0000-0000-000000000000}"/>
          </ac:spMkLst>
        </pc:spChg>
        <pc:spChg chg="add del">
          <ac:chgData name="Mike J" userId="22cf0bdf11e74b3e" providerId="LiveId" clId="{545D3A55-C092-45DC-B043-83C1ED8232A7}" dt="2024-05-08T00:23:50.738" v="15" actId="26606"/>
          <ac:spMkLst>
            <pc:docMk/>
            <pc:sldMk cId="0" sldId="257"/>
            <ac:spMk id="16" creationId="{7517A47C-B2E5-4B79-8061-D74B1311AF6E}"/>
          </ac:spMkLst>
        </pc:spChg>
        <pc:spChg chg="add del">
          <ac:chgData name="Mike J" userId="22cf0bdf11e74b3e" providerId="LiveId" clId="{545D3A55-C092-45DC-B043-83C1ED8232A7}" dt="2024-05-08T00:23:50.738" v="15" actId="26606"/>
          <ac:spMkLst>
            <pc:docMk/>
            <pc:sldMk cId="0" sldId="257"/>
            <ac:spMk id="18" creationId="{C505E780-2083-4CB5-A42A-5E0E2908ECC3}"/>
          </ac:spMkLst>
        </pc:spChg>
        <pc:spChg chg="add del">
          <ac:chgData name="Mike J" userId="22cf0bdf11e74b3e" providerId="LiveId" clId="{545D3A55-C092-45DC-B043-83C1ED8232A7}" dt="2024-05-08T00:23:50.738" v="15" actId="26606"/>
          <ac:spMkLst>
            <pc:docMk/>
            <pc:sldMk cId="0" sldId="257"/>
            <ac:spMk id="20" creationId="{D2C0AE1C-0118-41AE-8A10-7CDCBF10E96F}"/>
          </ac:spMkLst>
        </pc:spChg>
        <pc:spChg chg="add del">
          <ac:chgData name="Mike J" userId="22cf0bdf11e74b3e" providerId="LiveId" clId="{545D3A55-C092-45DC-B043-83C1ED8232A7}" dt="2024-05-08T00:23:50.738" v="15" actId="26606"/>
          <ac:spMkLst>
            <pc:docMk/>
            <pc:sldMk cId="0" sldId="257"/>
            <ac:spMk id="22" creationId="{463EEC44-1BA3-44ED-81FC-A644B04B2A44}"/>
          </ac:spMkLst>
        </pc:spChg>
        <pc:spChg chg="add del">
          <ac:chgData name="Mike J" userId="22cf0bdf11e74b3e" providerId="LiveId" clId="{545D3A55-C092-45DC-B043-83C1ED8232A7}" dt="2024-05-08T00:24:16.046" v="25" actId="26606"/>
          <ac:spMkLst>
            <pc:docMk/>
            <pc:sldMk cId="0" sldId="257"/>
            <ac:spMk id="23" creationId="{D5B0017B-2ECA-49AF-B397-DC140825DF8D}"/>
          </ac:spMkLst>
        </pc:spChg>
        <pc:spChg chg="add del">
          <ac:chgData name="Mike J" userId="22cf0bdf11e74b3e" providerId="LiveId" clId="{545D3A55-C092-45DC-B043-83C1ED8232A7}" dt="2024-05-08T00:24:10.463" v="19" actId="26606"/>
          <ac:spMkLst>
            <pc:docMk/>
            <pc:sldMk cId="0" sldId="257"/>
            <ac:spMk id="27" creationId="{0D7B6173-1D58-48E2-83CF-37350F315F75}"/>
          </ac:spMkLst>
        </pc:spChg>
        <pc:spChg chg="add del">
          <ac:chgData name="Mike J" userId="22cf0bdf11e74b3e" providerId="LiveId" clId="{545D3A55-C092-45DC-B043-83C1ED8232A7}" dt="2024-05-08T00:24:10.463" v="19" actId="26606"/>
          <ac:spMkLst>
            <pc:docMk/>
            <pc:sldMk cId="0" sldId="257"/>
            <ac:spMk id="28" creationId="{3D4464D8-FD41-4EA2-9094-791BB1112FFA}"/>
          </ac:spMkLst>
        </pc:spChg>
        <pc:spChg chg="add del">
          <ac:chgData name="Mike J" userId="22cf0bdf11e74b3e" providerId="LiveId" clId="{545D3A55-C092-45DC-B043-83C1ED8232A7}" dt="2024-05-08T00:24:10.463" v="19" actId="26606"/>
          <ac:spMkLst>
            <pc:docMk/>
            <pc:sldMk cId="0" sldId="257"/>
            <ac:spMk id="30" creationId="{21BDEC81-16A7-4451-B893-C15000083B77}"/>
          </ac:spMkLst>
        </pc:spChg>
        <pc:spChg chg="add del">
          <ac:chgData name="Mike J" userId="22cf0bdf11e74b3e" providerId="LiveId" clId="{545D3A55-C092-45DC-B043-83C1ED8232A7}" dt="2024-05-08T00:24:10.463" v="19" actId="26606"/>
          <ac:spMkLst>
            <pc:docMk/>
            <pc:sldMk cId="0" sldId="257"/>
            <ac:spMk id="31" creationId="{514A1B69-F82D-4322-9669-42AC0CB70B05}"/>
          </ac:spMkLst>
        </pc:spChg>
        <pc:spChg chg="add del">
          <ac:chgData name="Mike J" userId="22cf0bdf11e74b3e" providerId="LiveId" clId="{545D3A55-C092-45DC-B043-83C1ED8232A7}" dt="2024-05-08T00:24:12.232" v="21" actId="26606"/>
          <ac:spMkLst>
            <pc:docMk/>
            <pc:sldMk cId="0" sldId="257"/>
            <ac:spMk id="33" creationId="{5105D448-4A6C-48A3-8C3C-71AF58F3E506}"/>
          </ac:spMkLst>
        </pc:spChg>
        <pc:spChg chg="add del">
          <ac:chgData name="Mike J" userId="22cf0bdf11e74b3e" providerId="LiveId" clId="{545D3A55-C092-45DC-B043-83C1ED8232A7}" dt="2024-05-08T00:24:12.232" v="21" actId="26606"/>
          <ac:spMkLst>
            <pc:docMk/>
            <pc:sldMk cId="0" sldId="257"/>
            <ac:spMk id="34" creationId="{4025579F-C5D8-43BE-AF84-3E66A482C567}"/>
          </ac:spMkLst>
        </pc:spChg>
        <pc:spChg chg="add del">
          <ac:chgData name="Mike J" userId="22cf0bdf11e74b3e" providerId="LiveId" clId="{545D3A55-C092-45DC-B043-83C1ED8232A7}" dt="2024-05-08T00:24:13.436" v="23" actId="26606"/>
          <ac:spMkLst>
            <pc:docMk/>
            <pc:sldMk cId="0" sldId="257"/>
            <ac:spMk id="36" creationId="{7517A47C-B2E5-4B79-8061-D74B1311AF6E}"/>
          </ac:spMkLst>
        </pc:spChg>
        <pc:spChg chg="add del">
          <ac:chgData name="Mike J" userId="22cf0bdf11e74b3e" providerId="LiveId" clId="{545D3A55-C092-45DC-B043-83C1ED8232A7}" dt="2024-05-08T00:24:13.436" v="23" actId="26606"/>
          <ac:spMkLst>
            <pc:docMk/>
            <pc:sldMk cId="0" sldId="257"/>
            <ac:spMk id="37" creationId="{C505E780-2083-4CB5-A42A-5E0E2908ECC3}"/>
          </ac:spMkLst>
        </pc:spChg>
        <pc:spChg chg="add del">
          <ac:chgData name="Mike J" userId="22cf0bdf11e74b3e" providerId="LiveId" clId="{545D3A55-C092-45DC-B043-83C1ED8232A7}" dt="2024-05-08T00:24:13.436" v="23" actId="26606"/>
          <ac:spMkLst>
            <pc:docMk/>
            <pc:sldMk cId="0" sldId="257"/>
            <ac:spMk id="38" creationId="{D2C0AE1C-0118-41AE-8A10-7CDCBF10E96F}"/>
          </ac:spMkLst>
        </pc:spChg>
        <pc:spChg chg="add del">
          <ac:chgData name="Mike J" userId="22cf0bdf11e74b3e" providerId="LiveId" clId="{545D3A55-C092-45DC-B043-83C1ED8232A7}" dt="2024-05-08T00:24:13.436" v="23" actId="26606"/>
          <ac:spMkLst>
            <pc:docMk/>
            <pc:sldMk cId="0" sldId="257"/>
            <ac:spMk id="39" creationId="{463EEC44-1BA3-44ED-81FC-A644B04B2A44}"/>
          </ac:spMkLst>
        </pc:spChg>
        <pc:spChg chg="add del">
          <ac:chgData name="Mike J" userId="22cf0bdf11e74b3e" providerId="LiveId" clId="{545D3A55-C092-45DC-B043-83C1ED8232A7}" dt="2024-05-08T00:24:16.046" v="25" actId="26606"/>
          <ac:spMkLst>
            <pc:docMk/>
            <pc:sldMk cId="0" sldId="257"/>
            <ac:spMk id="41" creationId="{56E9B3E6-E277-4D68-BA48-9CB43FFBD6E2}"/>
          </ac:spMkLst>
        </pc:spChg>
        <pc:spChg chg="add del">
          <ac:chgData name="Mike J" userId="22cf0bdf11e74b3e" providerId="LiveId" clId="{545D3A55-C092-45DC-B043-83C1ED8232A7}" dt="2024-05-08T00:24:22.626" v="29" actId="26606"/>
          <ac:spMkLst>
            <pc:docMk/>
            <pc:sldMk cId="0" sldId="257"/>
            <ac:spMk id="48" creationId="{0D7B6173-1D58-48E2-83CF-37350F315F75}"/>
          </ac:spMkLst>
        </pc:spChg>
        <pc:spChg chg="add del">
          <ac:chgData name="Mike J" userId="22cf0bdf11e74b3e" providerId="LiveId" clId="{545D3A55-C092-45DC-B043-83C1ED8232A7}" dt="2024-05-08T00:24:22.626" v="29" actId="26606"/>
          <ac:spMkLst>
            <pc:docMk/>
            <pc:sldMk cId="0" sldId="257"/>
            <ac:spMk id="49" creationId="{3D4464D8-FD41-4EA2-9094-791BB1112FFA}"/>
          </ac:spMkLst>
        </pc:spChg>
        <pc:spChg chg="add del">
          <ac:chgData name="Mike J" userId="22cf0bdf11e74b3e" providerId="LiveId" clId="{545D3A55-C092-45DC-B043-83C1ED8232A7}" dt="2024-05-08T00:24:22.626" v="29" actId="26606"/>
          <ac:spMkLst>
            <pc:docMk/>
            <pc:sldMk cId="0" sldId="257"/>
            <ac:spMk id="51" creationId="{21BDEC81-16A7-4451-B893-C15000083B77}"/>
          </ac:spMkLst>
        </pc:spChg>
        <pc:spChg chg="add del">
          <ac:chgData name="Mike J" userId="22cf0bdf11e74b3e" providerId="LiveId" clId="{545D3A55-C092-45DC-B043-83C1ED8232A7}" dt="2024-05-08T00:24:22.626" v="29" actId="26606"/>
          <ac:spMkLst>
            <pc:docMk/>
            <pc:sldMk cId="0" sldId="257"/>
            <ac:spMk id="52" creationId="{514A1B69-F82D-4322-9669-42AC0CB70B05}"/>
          </ac:spMkLst>
        </pc:spChg>
        <pc:spChg chg="add del">
          <ac:chgData name="Mike J" userId="22cf0bdf11e74b3e" providerId="LiveId" clId="{545D3A55-C092-45DC-B043-83C1ED8232A7}" dt="2024-05-08T00:24:28.658" v="31" actId="26606"/>
          <ac:spMkLst>
            <pc:docMk/>
            <pc:sldMk cId="0" sldId="257"/>
            <ac:spMk id="54" creationId="{D9A7F3BF-8763-4074-AD77-92790AF314D1}"/>
          </ac:spMkLst>
        </pc:spChg>
        <pc:spChg chg="add del">
          <ac:chgData name="Mike J" userId="22cf0bdf11e74b3e" providerId="LiveId" clId="{545D3A55-C092-45DC-B043-83C1ED8232A7}" dt="2024-05-08T00:24:30.698" v="33" actId="26606"/>
          <ac:spMkLst>
            <pc:docMk/>
            <pc:sldMk cId="0" sldId="257"/>
            <ac:spMk id="59" creationId="{963038BC-9FCB-466B-8EE5-7B0DC8F25C95}"/>
          </ac:spMkLst>
        </pc:spChg>
        <pc:spChg chg="add del">
          <ac:chgData name="Mike J" userId="22cf0bdf11e74b3e" providerId="LiveId" clId="{545D3A55-C092-45DC-B043-83C1ED8232A7}" dt="2024-05-08T00:24:30.698" v="33" actId="26606"/>
          <ac:spMkLst>
            <pc:docMk/>
            <pc:sldMk cId="0" sldId="257"/>
            <ac:spMk id="60" creationId="{058F4797-C77D-4821-B8FF-057D7524C62D}"/>
          </ac:spMkLst>
        </pc:spChg>
        <pc:spChg chg="add del">
          <ac:chgData name="Mike J" userId="22cf0bdf11e74b3e" providerId="LiveId" clId="{545D3A55-C092-45DC-B043-83C1ED8232A7}" dt="2024-05-08T00:24:30.698" v="33" actId="26606"/>
          <ac:spMkLst>
            <pc:docMk/>
            <pc:sldMk cId="0" sldId="257"/>
            <ac:spMk id="61" creationId="{290CB3DB-B42E-47BF-A595-527CB329A21A}"/>
          </ac:spMkLst>
        </pc:spChg>
        <pc:spChg chg="add">
          <ac:chgData name="Mike J" userId="22cf0bdf11e74b3e" providerId="LiveId" clId="{545D3A55-C092-45DC-B043-83C1ED8232A7}" dt="2024-05-08T00:24:30.738" v="34" actId="26606"/>
          <ac:spMkLst>
            <pc:docMk/>
            <pc:sldMk cId="0" sldId="257"/>
            <ac:spMk id="63" creationId="{D9A7F3BF-8763-4074-AD77-92790AF314D1}"/>
          </ac:spMkLst>
        </pc:spChg>
        <pc:grpChg chg="add del">
          <ac:chgData name="Mike J" userId="22cf0bdf11e74b3e" providerId="LiveId" clId="{545D3A55-C092-45DC-B043-83C1ED8232A7}" dt="2024-05-08T00:24:01.076" v="17" actId="26606"/>
          <ac:grpSpMkLst>
            <pc:docMk/>
            <pc:sldMk cId="0" sldId="257"/>
            <ac:grpSpMk id="24" creationId="{BFBEDE95-7CC8-AD85-00E8-908B4334B475}"/>
          </ac:grpSpMkLst>
        </pc:grpChg>
        <pc:grpChg chg="add del">
          <ac:chgData name="Mike J" userId="22cf0bdf11e74b3e" providerId="LiveId" clId="{545D3A55-C092-45DC-B043-83C1ED8232A7}" dt="2024-05-08T00:24:16.046" v="25" actId="26606"/>
          <ac:grpSpMkLst>
            <pc:docMk/>
            <pc:sldMk cId="0" sldId="257"/>
            <ac:grpSpMk id="42" creationId="{AE1C45F0-260A-458C-96ED-C1F6D2151219}"/>
          </ac:grpSpMkLst>
        </pc:grpChg>
        <pc:grpChg chg="add del">
          <ac:chgData name="Mike J" userId="22cf0bdf11e74b3e" providerId="LiveId" clId="{545D3A55-C092-45DC-B043-83C1ED8232A7}" dt="2024-05-08T00:24:18.823" v="27" actId="26606"/>
          <ac:grpSpMkLst>
            <pc:docMk/>
            <pc:sldMk cId="0" sldId="257"/>
            <ac:grpSpMk id="45" creationId="{BFBEDE95-7CC8-AD85-00E8-908B4334B475}"/>
          </ac:grpSpMkLst>
        </pc:grpChg>
        <pc:grpChg chg="add del">
          <ac:chgData name="Mike J" userId="22cf0bdf11e74b3e" providerId="LiveId" clId="{545D3A55-C092-45DC-B043-83C1ED8232A7}" dt="2024-05-08T00:24:28.658" v="31" actId="26606"/>
          <ac:grpSpMkLst>
            <pc:docMk/>
            <pc:sldMk cId="0" sldId="257"/>
            <ac:grpSpMk id="55" creationId="{7A9648D6-B41B-42D0-A817-AE2607B0B5B8}"/>
          </ac:grpSpMkLst>
        </pc:grpChg>
        <pc:grpChg chg="add">
          <ac:chgData name="Mike J" userId="22cf0bdf11e74b3e" providerId="LiveId" clId="{545D3A55-C092-45DC-B043-83C1ED8232A7}" dt="2024-05-08T00:24:30.738" v="34" actId="26606"/>
          <ac:grpSpMkLst>
            <pc:docMk/>
            <pc:sldMk cId="0" sldId="257"/>
            <ac:grpSpMk id="64" creationId="{7A9648D6-B41B-42D0-A817-AE2607B0B5B8}"/>
          </ac:grpSpMkLst>
        </pc:grpChg>
        <pc:picChg chg="mod">
          <ac:chgData name="Mike J" userId="22cf0bdf11e74b3e" providerId="LiveId" clId="{545D3A55-C092-45DC-B043-83C1ED8232A7}" dt="2024-05-08T00:24:30.738" v="34" actId="26606"/>
          <ac:picMkLst>
            <pc:docMk/>
            <pc:sldMk cId="0" sldId="257"/>
            <ac:picMk id="6" creationId="{00000000-0000-0000-0000-000000000000}"/>
          </ac:picMkLst>
        </pc:picChg>
        <pc:picChg chg="mod">
          <ac:chgData name="Mike J" userId="22cf0bdf11e74b3e" providerId="LiveId" clId="{545D3A55-C092-45DC-B043-83C1ED8232A7}" dt="2024-05-08T00:24:30.738" v="34" actId="26606"/>
          <ac:picMkLst>
            <pc:docMk/>
            <pc:sldMk cId="0" sldId="257"/>
            <ac:picMk id="8" creationId="{00000000-0000-0000-0000-000000000000}"/>
          </ac:picMkLst>
        </pc:picChg>
        <pc:picChg chg="add del">
          <ac:chgData name="Mike J" userId="22cf0bdf11e74b3e" providerId="LiveId" clId="{545D3A55-C092-45DC-B043-83C1ED8232A7}" dt="2024-05-08T00:24:10.463" v="19" actId="26606"/>
          <ac:picMkLst>
            <pc:docMk/>
            <pc:sldMk cId="0" sldId="257"/>
            <ac:picMk id="29" creationId="{B0DAC8FB-A162-44E3-A606-C855A03A5B09}"/>
          </ac:picMkLst>
        </pc:picChg>
        <pc:picChg chg="add del">
          <ac:chgData name="Mike J" userId="22cf0bdf11e74b3e" providerId="LiveId" clId="{545D3A55-C092-45DC-B043-83C1ED8232A7}" dt="2024-05-08T00:24:22.626" v="29" actId="26606"/>
          <ac:picMkLst>
            <pc:docMk/>
            <pc:sldMk cId="0" sldId="257"/>
            <ac:picMk id="50" creationId="{B0DAC8FB-A162-44E3-A606-C855A03A5B09}"/>
          </ac:picMkLst>
        </pc:picChg>
        <pc:cxnChg chg="add del">
          <ac:chgData name="Mike J" userId="22cf0bdf11e74b3e" providerId="LiveId" clId="{545D3A55-C092-45DC-B043-83C1ED8232A7}" dt="2024-05-08T00:24:16.046" v="25" actId="26606"/>
          <ac:cxnSpMkLst>
            <pc:docMk/>
            <pc:sldMk cId="0" sldId="257"/>
            <ac:cxnSpMk id="25" creationId="{6CF1BAF6-AD41-4082-B212-8A1F9A2E8779}"/>
          </ac:cxnSpMkLst>
        </pc:cxnChg>
        <pc:cxnChg chg="add del">
          <ac:chgData name="Mike J" userId="22cf0bdf11e74b3e" providerId="LiveId" clId="{545D3A55-C092-45DC-B043-83C1ED8232A7}" dt="2024-05-08T00:24:28.658" v="31" actId="26606"/>
          <ac:cxnSpMkLst>
            <pc:docMk/>
            <pc:sldMk cId="0" sldId="257"/>
            <ac:cxnSpMk id="57" creationId="{C49DA8F6-BCC1-4447-B54C-57856834B94B}"/>
          </ac:cxnSpMkLst>
        </pc:cxnChg>
        <pc:cxnChg chg="add">
          <ac:chgData name="Mike J" userId="22cf0bdf11e74b3e" providerId="LiveId" clId="{545D3A55-C092-45DC-B043-83C1ED8232A7}" dt="2024-05-08T00:24:30.738" v="34" actId="26606"/>
          <ac:cxnSpMkLst>
            <pc:docMk/>
            <pc:sldMk cId="0" sldId="257"/>
            <ac:cxnSpMk id="66" creationId="{C49DA8F6-BCC1-4447-B54C-57856834B94B}"/>
          </ac:cxnSpMkLst>
        </pc:cxnChg>
      </pc:sldChg>
      <pc:sldChg chg="addSp delSp modSp mod setBg">
        <pc:chgData name="Mike J" userId="22cf0bdf11e74b3e" providerId="LiveId" clId="{545D3A55-C092-45DC-B043-83C1ED8232A7}" dt="2024-05-08T00:26:43.226" v="69" actId="27636"/>
        <pc:sldMkLst>
          <pc:docMk/>
          <pc:sldMk cId="0" sldId="259"/>
        </pc:sldMkLst>
        <pc:spChg chg="mod">
          <ac:chgData name="Mike J" userId="22cf0bdf11e74b3e" providerId="LiveId" clId="{545D3A55-C092-45DC-B043-83C1ED8232A7}" dt="2024-05-08T00:26:43.179" v="68" actId="26606"/>
          <ac:spMkLst>
            <pc:docMk/>
            <pc:sldMk cId="0" sldId="259"/>
            <ac:spMk id="2" creationId="{00000000-0000-0000-0000-000000000000}"/>
          </ac:spMkLst>
        </pc:spChg>
        <pc:spChg chg="add del mod">
          <ac:chgData name="Mike J" userId="22cf0bdf11e74b3e" providerId="LiveId" clId="{545D3A55-C092-45DC-B043-83C1ED8232A7}" dt="2024-05-08T00:26:06.366" v="38" actId="26606"/>
          <ac:spMkLst>
            <pc:docMk/>
            <pc:sldMk cId="0" sldId="259"/>
            <ac:spMk id="3" creationId="{00000000-0000-0000-0000-000000000000}"/>
          </ac:spMkLst>
        </pc:spChg>
        <pc:spChg chg="add del mod">
          <ac:chgData name="Mike J" userId="22cf0bdf11e74b3e" providerId="LiveId" clId="{545D3A55-C092-45DC-B043-83C1ED8232A7}" dt="2024-05-08T00:26:35.600" v="54" actId="26606"/>
          <ac:spMkLst>
            <pc:docMk/>
            <pc:sldMk cId="0" sldId="259"/>
            <ac:spMk id="3" creationId="{00000000-0000-0000-0000-000000000000}"/>
          </ac:spMkLst>
        </pc:spChg>
        <pc:spChg chg="add del mod">
          <ac:chgData name="Mike J" userId="22cf0bdf11e74b3e" providerId="LiveId" clId="{545D3A55-C092-45DC-B043-83C1ED8232A7}" dt="2024-05-08T00:26:23.924" v="46" actId="26606"/>
          <ac:spMkLst>
            <pc:docMk/>
            <pc:sldMk cId="0" sldId="259"/>
            <ac:spMk id="3" creationId="{00000000-0000-0000-0000-000000000000}"/>
          </ac:spMkLst>
        </pc:spChg>
        <pc:spChg chg="add del mod">
          <ac:chgData name="Mike J" userId="22cf0bdf11e74b3e" providerId="LiveId" clId="{545D3A55-C092-45DC-B043-83C1ED8232A7}" dt="2024-05-08T00:26:38.581" v="58" actId="26606"/>
          <ac:spMkLst>
            <pc:docMk/>
            <pc:sldMk cId="0" sldId="259"/>
            <ac:spMk id="3" creationId="{00000000-0000-0000-0000-000000000000}"/>
          </ac:spMkLst>
        </pc:spChg>
        <pc:spChg chg="add del mod">
          <ac:chgData name="Mike J" userId="22cf0bdf11e74b3e" providerId="LiveId" clId="{545D3A55-C092-45DC-B043-83C1ED8232A7}" dt="2024-05-08T00:26:20.163" v="42" actId="26606"/>
          <ac:spMkLst>
            <pc:docMk/>
            <pc:sldMk cId="0" sldId="259"/>
            <ac:spMk id="3" creationId="{00000000-0000-0000-0000-000000000000}"/>
          </ac:spMkLst>
        </pc:spChg>
        <pc:spChg chg="add del mod">
          <ac:chgData name="Mike J" userId="22cf0bdf11e74b3e" providerId="LiveId" clId="{545D3A55-C092-45DC-B043-83C1ED8232A7}" dt="2024-05-08T00:26:27.603" v="50" actId="26606"/>
          <ac:spMkLst>
            <pc:docMk/>
            <pc:sldMk cId="0" sldId="259"/>
            <ac:spMk id="3" creationId="{00000000-0000-0000-0000-000000000000}"/>
          </ac:spMkLst>
        </pc:spChg>
        <pc:spChg chg="add mod">
          <ac:chgData name="Mike J" userId="22cf0bdf11e74b3e" providerId="LiveId" clId="{545D3A55-C092-45DC-B043-83C1ED8232A7}" dt="2024-05-08T00:26:43.226" v="69" actId="27636"/>
          <ac:spMkLst>
            <pc:docMk/>
            <pc:sldMk cId="0" sldId="259"/>
            <ac:spMk id="3" creationId="{00000000-0000-0000-0000-000000000000}"/>
          </ac:spMkLst>
        </pc:spChg>
        <pc:spChg chg="add del mod">
          <ac:chgData name="Mike J" userId="22cf0bdf11e74b3e" providerId="LiveId" clId="{545D3A55-C092-45DC-B043-83C1ED8232A7}" dt="2024-05-08T00:26:43.149" v="66" actId="26606"/>
          <ac:spMkLst>
            <pc:docMk/>
            <pc:sldMk cId="0" sldId="259"/>
            <ac:spMk id="3" creationId="{00000000-0000-0000-0000-000000000000}"/>
          </ac:spMkLst>
        </pc:spChg>
        <pc:spChg chg="add del mod">
          <ac:chgData name="Mike J" userId="22cf0bdf11e74b3e" providerId="LiveId" clId="{545D3A55-C092-45DC-B043-83C1ED8232A7}" dt="2024-05-08T00:26:41.022" v="62" actId="26606"/>
          <ac:spMkLst>
            <pc:docMk/>
            <pc:sldMk cId="0" sldId="259"/>
            <ac:spMk id="3" creationId="{00000000-0000-0000-0000-000000000000}"/>
          </ac:spMkLst>
        </pc:spChg>
        <pc:spChg chg="mod">
          <ac:chgData name="Mike J" userId="22cf0bdf11e74b3e" providerId="LiveId" clId="{545D3A55-C092-45DC-B043-83C1ED8232A7}" dt="2024-05-08T00:26:43.179" v="68" actId="26606"/>
          <ac:spMkLst>
            <pc:docMk/>
            <pc:sldMk cId="0" sldId="259"/>
            <ac:spMk id="5" creationId="{00000000-0000-0000-0000-000000000000}"/>
          </ac:spMkLst>
        </pc:spChg>
        <pc:spChg chg="mod">
          <ac:chgData name="Mike J" userId="22cf0bdf11e74b3e" providerId="LiveId" clId="{545D3A55-C092-45DC-B043-83C1ED8232A7}" dt="2024-05-08T00:26:43.179" v="68" actId="26606"/>
          <ac:spMkLst>
            <pc:docMk/>
            <pc:sldMk cId="0" sldId="259"/>
            <ac:spMk id="8" creationId="{00000000-0000-0000-0000-000000000000}"/>
          </ac:spMkLst>
        </pc:spChg>
        <pc:spChg chg="add del">
          <ac:chgData name="Mike J" userId="22cf0bdf11e74b3e" providerId="LiveId" clId="{545D3A55-C092-45DC-B043-83C1ED8232A7}" dt="2024-05-08T00:26:06.366" v="38" actId="26606"/>
          <ac:spMkLst>
            <pc:docMk/>
            <pc:sldMk cId="0" sldId="259"/>
            <ac:spMk id="13" creationId="{2659FDB4-FCBE-4A89-B46D-43D4FA54464D}"/>
          </ac:spMkLst>
        </pc:spChg>
        <pc:spChg chg="add del">
          <ac:chgData name="Mike J" userId="22cf0bdf11e74b3e" providerId="LiveId" clId="{545D3A55-C092-45DC-B043-83C1ED8232A7}" dt="2024-05-08T00:26:06.366" v="38" actId="26606"/>
          <ac:spMkLst>
            <pc:docMk/>
            <pc:sldMk cId="0" sldId="259"/>
            <ac:spMk id="17" creationId="{58BDB0EE-D238-415B-9ED8-62AA6AB2AAD1}"/>
          </ac:spMkLst>
        </pc:spChg>
        <pc:spChg chg="add del">
          <ac:chgData name="Mike J" userId="22cf0bdf11e74b3e" providerId="LiveId" clId="{545D3A55-C092-45DC-B043-83C1ED8232A7}" dt="2024-05-08T00:26:06.366" v="38" actId="26606"/>
          <ac:spMkLst>
            <pc:docMk/>
            <pc:sldMk cId="0" sldId="259"/>
            <ac:spMk id="19" creationId="{C5B55FC3-961D-4325-82F1-DE92B0D04E03}"/>
          </ac:spMkLst>
        </pc:spChg>
        <pc:spChg chg="add del">
          <ac:chgData name="Mike J" userId="22cf0bdf11e74b3e" providerId="LiveId" clId="{545D3A55-C092-45DC-B043-83C1ED8232A7}" dt="2024-05-08T00:26:06.366" v="38" actId="26606"/>
          <ac:spMkLst>
            <pc:docMk/>
            <pc:sldMk cId="0" sldId="259"/>
            <ac:spMk id="21" creationId="{4C8AB332-D09E-4F28-943C-DABDD4716A3C}"/>
          </ac:spMkLst>
        </pc:spChg>
        <pc:spChg chg="add del">
          <ac:chgData name="Mike J" userId="22cf0bdf11e74b3e" providerId="LiveId" clId="{545D3A55-C092-45DC-B043-83C1ED8232A7}" dt="2024-05-08T00:26:20.163" v="42" actId="26606"/>
          <ac:spMkLst>
            <pc:docMk/>
            <pc:sldMk cId="0" sldId="259"/>
            <ac:spMk id="23" creationId="{16AC3602-3348-4F31-9E43-076B03514ECB}"/>
          </ac:spMkLst>
        </pc:spChg>
        <pc:spChg chg="add del">
          <ac:chgData name="Mike J" userId="22cf0bdf11e74b3e" providerId="LiveId" clId="{545D3A55-C092-45DC-B043-83C1ED8232A7}" dt="2024-05-08T00:26:20.163" v="42" actId="26606"/>
          <ac:spMkLst>
            <pc:docMk/>
            <pc:sldMk cId="0" sldId="259"/>
            <ac:spMk id="24" creationId="{394094B0-A6C9-44BE-9042-66EF0612F625}"/>
          </ac:spMkLst>
        </pc:spChg>
        <pc:spChg chg="add del">
          <ac:chgData name="Mike J" userId="22cf0bdf11e74b3e" providerId="LiveId" clId="{545D3A55-C092-45DC-B043-83C1ED8232A7}" dt="2024-05-08T00:26:20.163" v="42" actId="26606"/>
          <ac:spMkLst>
            <pc:docMk/>
            <pc:sldMk cId="0" sldId="259"/>
            <ac:spMk id="25" creationId="{64C2CA96-0B16-4AA7-B340-33044D238597}"/>
          </ac:spMkLst>
        </pc:spChg>
        <pc:spChg chg="add del">
          <ac:chgData name="Mike J" userId="22cf0bdf11e74b3e" providerId="LiveId" clId="{545D3A55-C092-45DC-B043-83C1ED8232A7}" dt="2024-05-08T00:26:20.163" v="42" actId="26606"/>
          <ac:spMkLst>
            <pc:docMk/>
            <pc:sldMk cId="0" sldId="259"/>
            <ac:spMk id="26" creationId="{1D50D7A8-F1D5-4306-8A9B-DD7A73EB8BCE}"/>
          </ac:spMkLst>
        </pc:spChg>
        <pc:spChg chg="add del">
          <ac:chgData name="Mike J" userId="22cf0bdf11e74b3e" providerId="LiveId" clId="{545D3A55-C092-45DC-B043-83C1ED8232A7}" dt="2024-05-08T00:26:23.924" v="46" actId="26606"/>
          <ac:spMkLst>
            <pc:docMk/>
            <pc:sldMk cId="0" sldId="259"/>
            <ac:spMk id="28" creationId="{08953E74-D241-4DDF-8508-F0365EA13A92}"/>
          </ac:spMkLst>
        </pc:spChg>
        <pc:spChg chg="add del">
          <ac:chgData name="Mike J" userId="22cf0bdf11e74b3e" providerId="LiveId" clId="{545D3A55-C092-45DC-B043-83C1ED8232A7}" dt="2024-05-08T00:26:23.924" v="46" actId="26606"/>
          <ac:spMkLst>
            <pc:docMk/>
            <pc:sldMk cId="0" sldId="259"/>
            <ac:spMk id="29" creationId="{5C3C901A-B2F4-4A3C-BCDD-7C8D587ECA2E}"/>
          </ac:spMkLst>
        </pc:spChg>
        <pc:spChg chg="add del">
          <ac:chgData name="Mike J" userId="22cf0bdf11e74b3e" providerId="LiveId" clId="{545D3A55-C092-45DC-B043-83C1ED8232A7}" dt="2024-05-08T00:26:27.603" v="50" actId="26606"/>
          <ac:spMkLst>
            <pc:docMk/>
            <pc:sldMk cId="0" sldId="259"/>
            <ac:spMk id="31" creationId="{BACC6370-2D7E-4714-9D71-7542949D7D5D}"/>
          </ac:spMkLst>
        </pc:spChg>
        <pc:spChg chg="add del">
          <ac:chgData name="Mike J" userId="22cf0bdf11e74b3e" providerId="LiveId" clId="{545D3A55-C092-45DC-B043-83C1ED8232A7}" dt="2024-05-08T00:26:27.603" v="50" actId="26606"/>
          <ac:spMkLst>
            <pc:docMk/>
            <pc:sldMk cId="0" sldId="259"/>
            <ac:spMk id="32" creationId="{256B2C21-A230-48C0-8DF1-C46611373C44}"/>
          </ac:spMkLst>
        </pc:spChg>
        <pc:spChg chg="add del">
          <ac:chgData name="Mike J" userId="22cf0bdf11e74b3e" providerId="LiveId" clId="{545D3A55-C092-45DC-B043-83C1ED8232A7}" dt="2024-05-08T00:26:27.603" v="50" actId="26606"/>
          <ac:spMkLst>
            <pc:docMk/>
            <pc:sldMk cId="0" sldId="259"/>
            <ac:spMk id="33" creationId="{3847E18C-932D-4C95-AABA-FEC7C9499AD7}"/>
          </ac:spMkLst>
        </pc:spChg>
        <pc:spChg chg="add del">
          <ac:chgData name="Mike J" userId="22cf0bdf11e74b3e" providerId="LiveId" clId="{545D3A55-C092-45DC-B043-83C1ED8232A7}" dt="2024-05-08T00:26:27.603" v="50" actId="26606"/>
          <ac:spMkLst>
            <pc:docMk/>
            <pc:sldMk cId="0" sldId="259"/>
            <ac:spMk id="34" creationId="{3150CB11-0C61-439E-910F-5787759E72A0}"/>
          </ac:spMkLst>
        </pc:spChg>
        <pc:spChg chg="add del">
          <ac:chgData name="Mike J" userId="22cf0bdf11e74b3e" providerId="LiveId" clId="{545D3A55-C092-45DC-B043-83C1ED8232A7}" dt="2024-05-08T00:26:27.603" v="50" actId="26606"/>
          <ac:spMkLst>
            <pc:docMk/>
            <pc:sldMk cId="0" sldId="259"/>
            <ac:spMk id="35" creationId="{43F8A58B-5155-44CE-A5FF-7647B47D0A7A}"/>
          </ac:spMkLst>
        </pc:spChg>
        <pc:spChg chg="add del">
          <ac:chgData name="Mike J" userId="22cf0bdf11e74b3e" providerId="LiveId" clId="{545D3A55-C092-45DC-B043-83C1ED8232A7}" dt="2024-05-08T00:26:27.603" v="50" actId="26606"/>
          <ac:spMkLst>
            <pc:docMk/>
            <pc:sldMk cId="0" sldId="259"/>
            <ac:spMk id="36" creationId="{443F2ACA-E6D6-4028-82DD-F03C262D5DE6}"/>
          </ac:spMkLst>
        </pc:spChg>
        <pc:spChg chg="add del">
          <ac:chgData name="Mike J" userId="22cf0bdf11e74b3e" providerId="LiveId" clId="{545D3A55-C092-45DC-B043-83C1ED8232A7}" dt="2024-05-08T00:26:35.600" v="54" actId="26606"/>
          <ac:spMkLst>
            <pc:docMk/>
            <pc:sldMk cId="0" sldId="259"/>
            <ac:spMk id="38" creationId="{955A2079-FA98-4876-80F0-72364A7D2EA4}"/>
          </ac:spMkLst>
        </pc:spChg>
        <pc:spChg chg="add del">
          <ac:chgData name="Mike J" userId="22cf0bdf11e74b3e" providerId="LiveId" clId="{545D3A55-C092-45DC-B043-83C1ED8232A7}" dt="2024-05-08T00:26:38.581" v="58" actId="26606"/>
          <ac:spMkLst>
            <pc:docMk/>
            <pc:sldMk cId="0" sldId="259"/>
            <ac:spMk id="40" creationId="{738F59A4-4431-460D-8E49-6E65C189A566}"/>
          </ac:spMkLst>
        </pc:spChg>
        <pc:spChg chg="add del">
          <ac:chgData name="Mike J" userId="22cf0bdf11e74b3e" providerId="LiveId" clId="{545D3A55-C092-45DC-B043-83C1ED8232A7}" dt="2024-05-08T00:26:41.022" v="62" actId="26606"/>
          <ac:spMkLst>
            <pc:docMk/>
            <pc:sldMk cId="0" sldId="259"/>
            <ac:spMk id="44" creationId="{924D84CD-5280-4B52-B96E-8EDAA2B20C51}"/>
          </ac:spMkLst>
        </pc:spChg>
        <pc:spChg chg="add del">
          <ac:chgData name="Mike J" userId="22cf0bdf11e74b3e" providerId="LiveId" clId="{545D3A55-C092-45DC-B043-83C1ED8232A7}" dt="2024-05-08T00:26:41.022" v="62" actId="26606"/>
          <ac:spMkLst>
            <pc:docMk/>
            <pc:sldMk cId="0" sldId="259"/>
            <ac:spMk id="45" creationId="{6BC8DD5A-2177-6753-E2F9-C07A00190B7A}"/>
          </ac:spMkLst>
        </pc:spChg>
        <pc:spChg chg="add del">
          <ac:chgData name="Mike J" userId="22cf0bdf11e74b3e" providerId="LiveId" clId="{545D3A55-C092-45DC-B043-83C1ED8232A7}" dt="2024-05-08T00:26:43.149" v="66" actId="26606"/>
          <ac:spMkLst>
            <pc:docMk/>
            <pc:sldMk cId="0" sldId="259"/>
            <ac:spMk id="47" creationId="{2A11688B-0A27-4E86-8D55-76F71ADF299B}"/>
          </ac:spMkLst>
        </pc:spChg>
        <pc:spChg chg="add del">
          <ac:chgData name="Mike J" userId="22cf0bdf11e74b3e" providerId="LiveId" clId="{545D3A55-C092-45DC-B043-83C1ED8232A7}" dt="2024-05-08T00:26:43.149" v="66" actId="26606"/>
          <ac:spMkLst>
            <pc:docMk/>
            <pc:sldMk cId="0" sldId="259"/>
            <ac:spMk id="50" creationId="{40F88E6C-5782-452A-8C4F-9D2C2EAC8499}"/>
          </ac:spMkLst>
        </pc:spChg>
        <pc:spChg chg="add">
          <ac:chgData name="Mike J" userId="22cf0bdf11e74b3e" providerId="LiveId" clId="{545D3A55-C092-45DC-B043-83C1ED8232A7}" dt="2024-05-08T00:26:43.179" v="68" actId="26606"/>
          <ac:spMkLst>
            <pc:docMk/>
            <pc:sldMk cId="0" sldId="259"/>
            <ac:spMk id="52" creationId="{2659FDB4-FCBE-4A89-B46D-43D4FA54464D}"/>
          </ac:spMkLst>
        </pc:spChg>
        <pc:spChg chg="add">
          <ac:chgData name="Mike J" userId="22cf0bdf11e74b3e" providerId="LiveId" clId="{545D3A55-C092-45DC-B043-83C1ED8232A7}" dt="2024-05-08T00:26:43.179" v="68" actId="26606"/>
          <ac:spMkLst>
            <pc:docMk/>
            <pc:sldMk cId="0" sldId="259"/>
            <ac:spMk id="54" creationId="{58BDB0EE-D238-415B-9ED8-62AA6AB2AAD1}"/>
          </ac:spMkLst>
        </pc:spChg>
        <pc:spChg chg="add">
          <ac:chgData name="Mike J" userId="22cf0bdf11e74b3e" providerId="LiveId" clId="{545D3A55-C092-45DC-B043-83C1ED8232A7}" dt="2024-05-08T00:26:43.179" v="68" actId="26606"/>
          <ac:spMkLst>
            <pc:docMk/>
            <pc:sldMk cId="0" sldId="259"/>
            <ac:spMk id="55" creationId="{C5B55FC3-961D-4325-82F1-DE92B0D04E03}"/>
          </ac:spMkLst>
        </pc:spChg>
        <pc:spChg chg="add">
          <ac:chgData name="Mike J" userId="22cf0bdf11e74b3e" providerId="LiveId" clId="{545D3A55-C092-45DC-B043-83C1ED8232A7}" dt="2024-05-08T00:26:43.179" v="68" actId="26606"/>
          <ac:spMkLst>
            <pc:docMk/>
            <pc:sldMk cId="0" sldId="259"/>
            <ac:spMk id="56" creationId="{4C8AB332-D09E-4F28-943C-DABDD4716A3C}"/>
          </ac:spMkLst>
        </pc:spChg>
        <pc:spChg chg="add del mod replId">
          <ac:chgData name="Mike J" userId="22cf0bdf11e74b3e" providerId="LiveId" clId="{545D3A55-C092-45DC-B043-83C1ED8232A7}" dt="2024-05-08T00:26:43.179" v="68" actId="26606"/>
          <ac:spMkLst>
            <pc:docMk/>
            <pc:sldMk cId="0" sldId="259"/>
            <ac:spMk id="57" creationId="{00000000-0000-0000-0000-000000000000}"/>
          </ac:spMkLst>
        </pc:spChg>
        <pc:grpChg chg="add del">
          <ac:chgData name="Mike J" userId="22cf0bdf11e74b3e" providerId="LiveId" clId="{545D3A55-C092-45DC-B043-83C1ED8232A7}" dt="2024-05-08T00:26:38.581" v="58" actId="26606"/>
          <ac:grpSpMkLst>
            <pc:docMk/>
            <pc:sldMk cId="0" sldId="259"/>
            <ac:grpSpMk id="41" creationId="{8A919B9C-5C01-47E4-B2F2-45F589208ABF}"/>
          </ac:grpSpMkLst>
        </pc:grpChg>
        <pc:grpChg chg="add del">
          <ac:chgData name="Mike J" userId="22cf0bdf11e74b3e" providerId="LiveId" clId="{545D3A55-C092-45DC-B043-83C1ED8232A7}" dt="2024-05-08T00:26:43.149" v="66" actId="26606"/>
          <ac:grpSpMkLst>
            <pc:docMk/>
            <pc:sldMk cId="0" sldId="259"/>
            <ac:grpSpMk id="48" creationId="{C84A868B-654E-447C-8D9C-0F9328308CA2}"/>
          </ac:grpSpMkLst>
        </pc:grpChg>
        <pc:picChg chg="mod">
          <ac:chgData name="Mike J" userId="22cf0bdf11e74b3e" providerId="LiveId" clId="{545D3A55-C092-45DC-B043-83C1ED8232A7}" dt="2024-05-08T00:26:43.179" v="68" actId="26606"/>
          <ac:picMkLst>
            <pc:docMk/>
            <pc:sldMk cId="0" sldId="259"/>
            <ac:picMk id="6" creationId="{00000000-0000-0000-0000-000000000000}"/>
          </ac:picMkLst>
        </pc:picChg>
        <pc:picChg chg="mod">
          <ac:chgData name="Mike J" userId="22cf0bdf11e74b3e" providerId="LiveId" clId="{545D3A55-C092-45DC-B043-83C1ED8232A7}" dt="2024-05-08T00:26:43.179" v="68" actId="26606"/>
          <ac:picMkLst>
            <pc:docMk/>
            <pc:sldMk cId="0" sldId="259"/>
            <ac:picMk id="7" creationId="{00000000-0000-0000-0000-000000000000}"/>
          </ac:picMkLst>
        </pc:picChg>
        <pc:cxnChg chg="add del">
          <ac:chgData name="Mike J" userId="22cf0bdf11e74b3e" providerId="LiveId" clId="{545D3A55-C092-45DC-B043-83C1ED8232A7}" dt="2024-05-08T00:26:06.366" v="38" actId="26606"/>
          <ac:cxnSpMkLst>
            <pc:docMk/>
            <pc:sldMk cId="0" sldId="259"/>
            <ac:cxnSpMk id="15" creationId="{C8F51B3F-8331-4E4A-AE96-D47B1006EEAD}"/>
          </ac:cxnSpMkLst>
        </pc:cxnChg>
        <pc:cxnChg chg="add">
          <ac:chgData name="Mike J" userId="22cf0bdf11e74b3e" providerId="LiveId" clId="{545D3A55-C092-45DC-B043-83C1ED8232A7}" dt="2024-05-08T00:26:43.179" v="68" actId="26606"/>
          <ac:cxnSpMkLst>
            <pc:docMk/>
            <pc:sldMk cId="0" sldId="259"/>
            <ac:cxnSpMk id="53" creationId="{C8F51B3F-8331-4E4A-AE96-D47B1006EEAD}"/>
          </ac:cxnSpMkLst>
        </pc:cxnChg>
      </pc:sldChg>
      <pc:sldChg chg="addSp delSp modSp mod setBg">
        <pc:chgData name="Mike J" userId="22cf0bdf11e74b3e" providerId="LiveId" clId="{545D3A55-C092-45DC-B043-83C1ED8232A7}" dt="2024-05-08T00:27:07.674" v="76" actId="26606"/>
        <pc:sldMkLst>
          <pc:docMk/>
          <pc:sldMk cId="0" sldId="260"/>
        </pc:sldMkLst>
        <pc:spChg chg="mod">
          <ac:chgData name="Mike J" userId="22cf0bdf11e74b3e" providerId="LiveId" clId="{545D3A55-C092-45DC-B043-83C1ED8232A7}" dt="2024-05-08T00:27:07.674" v="76" actId="26606"/>
          <ac:spMkLst>
            <pc:docMk/>
            <pc:sldMk cId="0" sldId="260"/>
            <ac:spMk id="2" creationId="{00000000-0000-0000-0000-000000000000}"/>
          </ac:spMkLst>
        </pc:spChg>
        <pc:spChg chg="mod">
          <ac:chgData name="Mike J" userId="22cf0bdf11e74b3e" providerId="LiveId" clId="{545D3A55-C092-45DC-B043-83C1ED8232A7}" dt="2024-05-08T00:27:07.674" v="76" actId="26606"/>
          <ac:spMkLst>
            <pc:docMk/>
            <pc:sldMk cId="0" sldId="260"/>
            <ac:spMk id="3" creationId="{00000000-0000-0000-0000-000000000000}"/>
          </ac:spMkLst>
        </pc:spChg>
        <pc:spChg chg="mod">
          <ac:chgData name="Mike J" userId="22cf0bdf11e74b3e" providerId="LiveId" clId="{545D3A55-C092-45DC-B043-83C1ED8232A7}" dt="2024-05-08T00:27:07.674" v="76" actId="26606"/>
          <ac:spMkLst>
            <pc:docMk/>
            <pc:sldMk cId="0" sldId="260"/>
            <ac:spMk id="5" creationId="{00000000-0000-0000-0000-000000000000}"/>
          </ac:spMkLst>
        </pc:spChg>
        <pc:spChg chg="mod">
          <ac:chgData name="Mike J" userId="22cf0bdf11e74b3e" providerId="LiveId" clId="{545D3A55-C092-45DC-B043-83C1ED8232A7}" dt="2024-05-08T00:27:07.674" v="76" actId="26606"/>
          <ac:spMkLst>
            <pc:docMk/>
            <pc:sldMk cId="0" sldId="260"/>
            <ac:spMk id="6" creationId="{00000000-0000-0000-0000-000000000000}"/>
          </ac:spMkLst>
        </pc:spChg>
        <pc:spChg chg="add del">
          <ac:chgData name="Mike J" userId="22cf0bdf11e74b3e" providerId="LiveId" clId="{545D3A55-C092-45DC-B043-83C1ED8232A7}" dt="2024-05-08T00:26:56.766" v="71" actId="26606"/>
          <ac:spMkLst>
            <pc:docMk/>
            <pc:sldMk cId="0" sldId="260"/>
            <ac:spMk id="12" creationId="{979E27D9-03C7-44E2-9FF8-15D0C8506AF7}"/>
          </ac:spMkLst>
        </pc:spChg>
        <pc:spChg chg="add del">
          <ac:chgData name="Mike J" userId="22cf0bdf11e74b3e" providerId="LiveId" clId="{545D3A55-C092-45DC-B043-83C1ED8232A7}" dt="2024-05-08T00:26:56.766" v="71" actId="26606"/>
          <ac:spMkLst>
            <pc:docMk/>
            <pc:sldMk cId="0" sldId="260"/>
            <ac:spMk id="14" creationId="{EEBF1590-3B36-48EE-A89D-3B6F3CB256AB}"/>
          </ac:spMkLst>
        </pc:spChg>
        <pc:spChg chg="add del">
          <ac:chgData name="Mike J" userId="22cf0bdf11e74b3e" providerId="LiveId" clId="{545D3A55-C092-45DC-B043-83C1ED8232A7}" dt="2024-05-08T00:26:56.766" v="71" actId="26606"/>
          <ac:spMkLst>
            <pc:docMk/>
            <pc:sldMk cId="0" sldId="260"/>
            <ac:spMk id="16" creationId="{AC8F6C8C-AB5A-4548-942D-E3FD40ACBC49}"/>
          </ac:spMkLst>
        </pc:spChg>
        <pc:spChg chg="add del">
          <ac:chgData name="Mike J" userId="22cf0bdf11e74b3e" providerId="LiveId" clId="{545D3A55-C092-45DC-B043-83C1ED8232A7}" dt="2024-05-08T00:27:03.111" v="73" actId="26606"/>
          <ac:spMkLst>
            <pc:docMk/>
            <pc:sldMk cId="0" sldId="260"/>
            <ac:spMk id="18" creationId="{E6995CE5-F890-4ABA-82A2-26507CE8D2A3}"/>
          </ac:spMkLst>
        </pc:spChg>
        <pc:spChg chg="add del">
          <ac:chgData name="Mike J" userId="22cf0bdf11e74b3e" providerId="LiveId" clId="{545D3A55-C092-45DC-B043-83C1ED8232A7}" dt="2024-05-08T00:27:03.111" v="73" actId="26606"/>
          <ac:spMkLst>
            <pc:docMk/>
            <pc:sldMk cId="0" sldId="260"/>
            <ac:spMk id="19" creationId="{058A14AF-9FB5-4CC7-BA35-E8E85D3EDF0E}"/>
          </ac:spMkLst>
        </pc:spChg>
        <pc:spChg chg="add del">
          <ac:chgData name="Mike J" userId="22cf0bdf11e74b3e" providerId="LiveId" clId="{545D3A55-C092-45DC-B043-83C1ED8232A7}" dt="2024-05-08T00:27:03.111" v="73" actId="26606"/>
          <ac:spMkLst>
            <pc:docMk/>
            <pc:sldMk cId="0" sldId="260"/>
            <ac:spMk id="20" creationId="{3A9A4357-BD1D-4622-A4FE-766E6AB8DE84}"/>
          </ac:spMkLst>
        </pc:spChg>
        <pc:spChg chg="add del">
          <ac:chgData name="Mike J" userId="22cf0bdf11e74b3e" providerId="LiveId" clId="{545D3A55-C092-45DC-B043-83C1ED8232A7}" dt="2024-05-08T00:27:03.111" v="73" actId="26606"/>
          <ac:spMkLst>
            <pc:docMk/>
            <pc:sldMk cId="0" sldId="260"/>
            <ac:spMk id="21" creationId="{E659831F-0D9A-4C63-9EBB-8435B85A440F}"/>
          </ac:spMkLst>
        </pc:spChg>
        <pc:spChg chg="add del">
          <ac:chgData name="Mike J" userId="22cf0bdf11e74b3e" providerId="LiveId" clId="{545D3A55-C092-45DC-B043-83C1ED8232A7}" dt="2024-05-08T00:27:07.642" v="75" actId="26606"/>
          <ac:spMkLst>
            <pc:docMk/>
            <pc:sldMk cId="0" sldId="260"/>
            <ac:spMk id="24" creationId="{DF8BC164-E230-753F-2C7E-B4EE7BA77CF1}"/>
          </ac:spMkLst>
        </pc:spChg>
        <pc:spChg chg="add">
          <ac:chgData name="Mike J" userId="22cf0bdf11e74b3e" providerId="LiveId" clId="{545D3A55-C092-45DC-B043-83C1ED8232A7}" dt="2024-05-08T00:27:07.674" v="76" actId="26606"/>
          <ac:spMkLst>
            <pc:docMk/>
            <pc:sldMk cId="0" sldId="260"/>
            <ac:spMk id="26" creationId="{7B831B6F-405A-4B47-B9BB-5CA88F285844}"/>
          </ac:spMkLst>
        </pc:spChg>
        <pc:spChg chg="add">
          <ac:chgData name="Mike J" userId="22cf0bdf11e74b3e" providerId="LiveId" clId="{545D3A55-C092-45DC-B043-83C1ED8232A7}" dt="2024-05-08T00:27:07.674" v="76" actId="26606"/>
          <ac:spMkLst>
            <pc:docMk/>
            <pc:sldMk cId="0" sldId="260"/>
            <ac:spMk id="27" creationId="{953EE71A-6488-4203-A7C4-77102FD0DCCA}"/>
          </ac:spMkLst>
        </pc:spChg>
        <pc:picChg chg="mod">
          <ac:chgData name="Mike J" userId="22cf0bdf11e74b3e" providerId="LiveId" clId="{545D3A55-C092-45DC-B043-83C1ED8232A7}" dt="2024-05-08T00:27:07.674" v="76" actId="26606"/>
          <ac:picMkLst>
            <pc:docMk/>
            <pc:sldMk cId="0" sldId="260"/>
            <ac:picMk id="7" creationId="{00000000-0000-0000-0000-000000000000}"/>
          </ac:picMkLst>
        </pc:picChg>
        <pc:cxnChg chg="add del">
          <ac:chgData name="Mike J" userId="22cf0bdf11e74b3e" providerId="LiveId" clId="{545D3A55-C092-45DC-B043-83C1ED8232A7}" dt="2024-05-08T00:27:07.642" v="75" actId="26606"/>
          <ac:cxnSpMkLst>
            <pc:docMk/>
            <pc:sldMk cId="0" sldId="260"/>
            <ac:cxnSpMk id="23" creationId="{FC23E3B9-5ABF-58B3-E2B0-E9A5DAA90037}"/>
          </ac:cxnSpMkLst>
        </pc:cxnChg>
      </pc:sldChg>
      <pc:sldChg chg="addSp delSp modSp mod setBg addAnim delAnim setClrOvrMap">
        <pc:chgData name="Mike J" userId="22cf0bdf11e74b3e" providerId="LiveId" clId="{545D3A55-C092-45DC-B043-83C1ED8232A7}" dt="2024-05-08T00:29:31.428" v="91" actId="26606"/>
        <pc:sldMkLst>
          <pc:docMk/>
          <pc:sldMk cId="0" sldId="263"/>
        </pc:sldMkLst>
        <pc:spChg chg="mod">
          <ac:chgData name="Mike J" userId="22cf0bdf11e74b3e" providerId="LiveId" clId="{545D3A55-C092-45DC-B043-83C1ED8232A7}" dt="2024-05-08T00:29:31.428" v="91" actId="26606"/>
          <ac:spMkLst>
            <pc:docMk/>
            <pc:sldMk cId="0" sldId="263"/>
            <ac:spMk id="2" creationId="{00000000-0000-0000-0000-000000000000}"/>
          </ac:spMkLst>
        </pc:spChg>
        <pc:spChg chg="mod">
          <ac:chgData name="Mike J" userId="22cf0bdf11e74b3e" providerId="LiveId" clId="{545D3A55-C092-45DC-B043-83C1ED8232A7}" dt="2024-05-08T00:29:31.428" v="91" actId="26606"/>
          <ac:spMkLst>
            <pc:docMk/>
            <pc:sldMk cId="0" sldId="263"/>
            <ac:spMk id="3" creationId="{00000000-0000-0000-0000-000000000000}"/>
          </ac:spMkLst>
        </pc:spChg>
        <pc:spChg chg="add del">
          <ac:chgData name="Mike J" userId="22cf0bdf11e74b3e" providerId="LiveId" clId="{545D3A55-C092-45DC-B043-83C1ED8232A7}" dt="2024-05-08T00:29:10.594" v="80" actId="26606"/>
          <ac:spMkLst>
            <pc:docMk/>
            <pc:sldMk cId="0" sldId="263"/>
            <ac:spMk id="10" creationId="{362D44EE-C852-4460-B8B5-C4F2BC20510C}"/>
          </ac:spMkLst>
        </pc:spChg>
        <pc:spChg chg="add del">
          <ac:chgData name="Mike J" userId="22cf0bdf11e74b3e" providerId="LiveId" clId="{545D3A55-C092-45DC-B043-83C1ED8232A7}" dt="2024-05-08T00:29:10.594" v="80" actId="26606"/>
          <ac:spMkLst>
            <pc:docMk/>
            <pc:sldMk cId="0" sldId="263"/>
            <ac:spMk id="12" creationId="{658970D8-8D1D-4B5C-894B-E871CC86543D}"/>
          </ac:spMkLst>
        </pc:spChg>
        <pc:spChg chg="add del">
          <ac:chgData name="Mike J" userId="22cf0bdf11e74b3e" providerId="LiveId" clId="{545D3A55-C092-45DC-B043-83C1ED8232A7}" dt="2024-05-08T00:29:10.594" v="80" actId="26606"/>
          <ac:spMkLst>
            <pc:docMk/>
            <pc:sldMk cId="0" sldId="263"/>
            <ac:spMk id="14" creationId="{F227E5B6-9132-43CA-B503-37A18562ADF2}"/>
          </ac:spMkLst>
        </pc:spChg>
        <pc:spChg chg="add del">
          <ac:chgData name="Mike J" userId="22cf0bdf11e74b3e" providerId="LiveId" clId="{545D3A55-C092-45DC-B043-83C1ED8232A7}" dt="2024-05-08T00:29:10.594" v="80" actId="26606"/>
          <ac:spMkLst>
            <pc:docMk/>
            <pc:sldMk cId="0" sldId="263"/>
            <ac:spMk id="16" creationId="{03C2051E-A88D-48E5-BACF-AAED17892722}"/>
          </ac:spMkLst>
        </pc:spChg>
        <pc:spChg chg="add del">
          <ac:chgData name="Mike J" userId="22cf0bdf11e74b3e" providerId="LiveId" clId="{545D3A55-C092-45DC-B043-83C1ED8232A7}" dt="2024-05-08T00:29:10.594" v="80" actId="26606"/>
          <ac:spMkLst>
            <pc:docMk/>
            <pc:sldMk cId="0" sldId="263"/>
            <ac:spMk id="18" creationId="{7821A508-2985-4905-874A-527429BAABFA}"/>
          </ac:spMkLst>
        </pc:spChg>
        <pc:spChg chg="add del">
          <ac:chgData name="Mike J" userId="22cf0bdf11e74b3e" providerId="LiveId" clId="{545D3A55-C092-45DC-B043-83C1ED8232A7}" dt="2024-05-08T00:29:10.594" v="80" actId="26606"/>
          <ac:spMkLst>
            <pc:docMk/>
            <pc:sldMk cId="0" sldId="263"/>
            <ac:spMk id="20" creationId="{D2929CB1-0E3C-4B2D-ADC5-0154FB33BA44}"/>
          </ac:spMkLst>
        </pc:spChg>
        <pc:spChg chg="add del">
          <ac:chgData name="Mike J" userId="22cf0bdf11e74b3e" providerId="LiveId" clId="{545D3A55-C092-45DC-B043-83C1ED8232A7}" dt="2024-05-08T00:29:10.594" v="80" actId="26606"/>
          <ac:spMkLst>
            <pc:docMk/>
            <pc:sldMk cId="0" sldId="263"/>
            <ac:spMk id="22" creationId="{5F2F0C84-BE8C-4DC2-A6D3-30349A801D5C}"/>
          </ac:spMkLst>
        </pc:spChg>
        <pc:spChg chg="add del">
          <ac:chgData name="Mike J" userId="22cf0bdf11e74b3e" providerId="LiveId" clId="{545D3A55-C092-45DC-B043-83C1ED8232A7}" dt="2024-05-08T00:29:18.677" v="84" actId="26606"/>
          <ac:spMkLst>
            <pc:docMk/>
            <pc:sldMk cId="0" sldId="263"/>
            <ac:spMk id="24" creationId="{32E62931-8EB4-42BB-BAAB-D8757BE66D8E}"/>
          </ac:spMkLst>
        </pc:spChg>
        <pc:spChg chg="add del">
          <ac:chgData name="Mike J" userId="22cf0bdf11e74b3e" providerId="LiveId" clId="{545D3A55-C092-45DC-B043-83C1ED8232A7}" dt="2024-05-08T00:29:21.856" v="86" actId="26606"/>
          <ac:spMkLst>
            <pc:docMk/>
            <pc:sldMk cId="0" sldId="263"/>
            <ac:spMk id="26" creationId="{ECC07320-C2CA-4E29-8481-9D9E143C7788}"/>
          </ac:spMkLst>
        </pc:spChg>
        <pc:spChg chg="add del">
          <ac:chgData name="Mike J" userId="22cf0bdf11e74b3e" providerId="LiveId" clId="{545D3A55-C092-45DC-B043-83C1ED8232A7}" dt="2024-05-08T00:29:21.856" v="86" actId="26606"/>
          <ac:spMkLst>
            <pc:docMk/>
            <pc:sldMk cId="0" sldId="263"/>
            <ac:spMk id="27" creationId="{178FB36B-5BFE-42CA-BC60-1115E0D95EEC}"/>
          </ac:spMkLst>
        </pc:spChg>
        <pc:spChg chg="add del">
          <ac:chgData name="Mike J" userId="22cf0bdf11e74b3e" providerId="LiveId" clId="{545D3A55-C092-45DC-B043-83C1ED8232A7}" dt="2024-05-08T00:29:25.492" v="88" actId="26606"/>
          <ac:spMkLst>
            <pc:docMk/>
            <pc:sldMk cId="0" sldId="263"/>
            <ac:spMk id="29" creationId="{0671A8AE-40A1-4631-A6B8-581AFF065482}"/>
          </ac:spMkLst>
        </pc:spChg>
        <pc:spChg chg="add del">
          <ac:chgData name="Mike J" userId="22cf0bdf11e74b3e" providerId="LiveId" clId="{545D3A55-C092-45DC-B043-83C1ED8232A7}" dt="2024-05-08T00:29:25.492" v="88" actId="26606"/>
          <ac:spMkLst>
            <pc:docMk/>
            <pc:sldMk cId="0" sldId="263"/>
            <ac:spMk id="30" creationId="{AB58EF07-17C2-48CF-ABB0-EEF1F17CB8F0}"/>
          </ac:spMkLst>
        </pc:spChg>
        <pc:spChg chg="add del">
          <ac:chgData name="Mike J" userId="22cf0bdf11e74b3e" providerId="LiveId" clId="{545D3A55-C092-45DC-B043-83C1ED8232A7}" dt="2024-05-08T00:29:25.492" v="88" actId="26606"/>
          <ac:spMkLst>
            <pc:docMk/>
            <pc:sldMk cId="0" sldId="263"/>
            <ac:spMk id="31" creationId="{AF2F604E-43BE-4DC3-B983-E071523364F8}"/>
          </ac:spMkLst>
        </pc:spChg>
        <pc:spChg chg="add del">
          <ac:chgData name="Mike J" userId="22cf0bdf11e74b3e" providerId="LiveId" clId="{545D3A55-C092-45DC-B043-83C1ED8232A7}" dt="2024-05-08T00:29:25.492" v="88" actId="26606"/>
          <ac:spMkLst>
            <pc:docMk/>
            <pc:sldMk cId="0" sldId="263"/>
            <ac:spMk id="32" creationId="{08C9B587-E65E-4B52-B37C-ABEBB6E87928}"/>
          </ac:spMkLst>
        </pc:spChg>
        <pc:spChg chg="add del">
          <ac:chgData name="Mike J" userId="22cf0bdf11e74b3e" providerId="LiveId" clId="{545D3A55-C092-45DC-B043-83C1ED8232A7}" dt="2024-05-08T00:29:31.412" v="90" actId="26606"/>
          <ac:spMkLst>
            <pc:docMk/>
            <pc:sldMk cId="0" sldId="263"/>
            <ac:spMk id="34" creationId="{3301E07F-4F79-4B58-8698-EF24DC1ECDBF}"/>
          </ac:spMkLst>
        </pc:spChg>
        <pc:spChg chg="add del">
          <ac:chgData name="Mike J" userId="22cf0bdf11e74b3e" providerId="LiveId" clId="{545D3A55-C092-45DC-B043-83C1ED8232A7}" dt="2024-05-08T00:29:31.412" v="90" actId="26606"/>
          <ac:spMkLst>
            <pc:docMk/>
            <pc:sldMk cId="0" sldId="263"/>
            <ac:spMk id="35" creationId="{E58B2195-5055-402F-A3E7-53FF0E4980C3}"/>
          </ac:spMkLst>
        </pc:spChg>
        <pc:spChg chg="add del">
          <ac:chgData name="Mike J" userId="22cf0bdf11e74b3e" providerId="LiveId" clId="{545D3A55-C092-45DC-B043-83C1ED8232A7}" dt="2024-05-08T00:29:31.412" v="90" actId="26606"/>
          <ac:spMkLst>
            <pc:docMk/>
            <pc:sldMk cId="0" sldId="263"/>
            <ac:spMk id="36" creationId="{9EE6F773-742A-491A-9A00-A2A150DF500A}"/>
          </ac:spMkLst>
        </pc:spChg>
        <pc:spChg chg="add">
          <ac:chgData name="Mike J" userId="22cf0bdf11e74b3e" providerId="LiveId" clId="{545D3A55-C092-45DC-B043-83C1ED8232A7}" dt="2024-05-08T00:29:31.428" v="91" actId="26606"/>
          <ac:spMkLst>
            <pc:docMk/>
            <pc:sldMk cId="0" sldId="263"/>
            <ac:spMk id="38" creationId="{0671A8AE-40A1-4631-A6B8-581AFF065482}"/>
          </ac:spMkLst>
        </pc:spChg>
        <pc:spChg chg="add">
          <ac:chgData name="Mike J" userId="22cf0bdf11e74b3e" providerId="LiveId" clId="{545D3A55-C092-45DC-B043-83C1ED8232A7}" dt="2024-05-08T00:29:31.428" v="91" actId="26606"/>
          <ac:spMkLst>
            <pc:docMk/>
            <pc:sldMk cId="0" sldId="263"/>
            <ac:spMk id="39" creationId="{AB58EF07-17C2-48CF-ABB0-EEF1F17CB8F0}"/>
          </ac:spMkLst>
        </pc:spChg>
        <pc:spChg chg="add">
          <ac:chgData name="Mike J" userId="22cf0bdf11e74b3e" providerId="LiveId" clId="{545D3A55-C092-45DC-B043-83C1ED8232A7}" dt="2024-05-08T00:29:31.428" v="91" actId="26606"/>
          <ac:spMkLst>
            <pc:docMk/>
            <pc:sldMk cId="0" sldId="263"/>
            <ac:spMk id="40" creationId="{AF2F604E-43BE-4DC3-B983-E071523364F8}"/>
          </ac:spMkLst>
        </pc:spChg>
        <pc:spChg chg="add">
          <ac:chgData name="Mike J" userId="22cf0bdf11e74b3e" providerId="LiveId" clId="{545D3A55-C092-45DC-B043-83C1ED8232A7}" dt="2024-05-08T00:29:31.428" v="91" actId="26606"/>
          <ac:spMkLst>
            <pc:docMk/>
            <pc:sldMk cId="0" sldId="263"/>
            <ac:spMk id="41" creationId="{08C9B587-E65E-4B52-B37C-ABEBB6E87928}"/>
          </ac:spMkLst>
        </pc:spChg>
        <pc:picChg chg="mod ord">
          <ac:chgData name="Mike J" userId="22cf0bdf11e74b3e" providerId="LiveId" clId="{545D3A55-C092-45DC-B043-83C1ED8232A7}" dt="2024-05-08T00:29:31.428" v="91" actId="26606"/>
          <ac:picMkLst>
            <pc:docMk/>
            <pc:sldMk cId="0" sldId="263"/>
            <ac:picMk id="5" creationId="{00000000-0000-0000-0000-000000000000}"/>
          </ac:picMkLst>
        </pc:picChg>
      </pc:sldChg>
      <pc:sldChg chg="modSp mod">
        <pc:chgData name="Mike J" userId="22cf0bdf11e74b3e" providerId="LiveId" clId="{545D3A55-C092-45DC-B043-83C1ED8232A7}" dt="2024-05-08T00:32:39.582" v="92" actId="33524"/>
        <pc:sldMkLst>
          <pc:docMk/>
          <pc:sldMk cId="0" sldId="266"/>
        </pc:sldMkLst>
        <pc:spChg chg="mod">
          <ac:chgData name="Mike J" userId="22cf0bdf11e74b3e" providerId="LiveId" clId="{545D3A55-C092-45DC-B043-83C1ED8232A7}" dt="2024-05-08T00:32:39.582" v="92" actId="33524"/>
          <ac:spMkLst>
            <pc:docMk/>
            <pc:sldMk cId="0" sldId="266"/>
            <ac:spMk id="3" creationId="{00000000-0000-0000-0000-000000000000}"/>
          </ac:spMkLst>
        </pc:spChg>
      </pc:sldChg>
      <pc:sldChg chg="addSp modSp mod setBg">
        <pc:chgData name="Mike J" userId="22cf0bdf11e74b3e" providerId="LiveId" clId="{545D3A55-C092-45DC-B043-83C1ED8232A7}" dt="2024-05-08T00:38:07.464" v="99" actId="26606"/>
        <pc:sldMkLst>
          <pc:docMk/>
          <pc:sldMk cId="0" sldId="279"/>
        </pc:sldMkLst>
        <pc:spChg chg="mod">
          <ac:chgData name="Mike J" userId="22cf0bdf11e74b3e" providerId="LiveId" clId="{545D3A55-C092-45DC-B043-83C1ED8232A7}" dt="2024-05-08T00:38:07.464" v="99" actId="26606"/>
          <ac:spMkLst>
            <pc:docMk/>
            <pc:sldMk cId="0" sldId="279"/>
            <ac:spMk id="2" creationId="{00000000-0000-0000-0000-000000000000}"/>
          </ac:spMkLst>
        </pc:spChg>
        <pc:spChg chg="mod">
          <ac:chgData name="Mike J" userId="22cf0bdf11e74b3e" providerId="LiveId" clId="{545D3A55-C092-45DC-B043-83C1ED8232A7}" dt="2024-05-08T00:38:07.464" v="99" actId="26606"/>
          <ac:spMkLst>
            <pc:docMk/>
            <pc:sldMk cId="0" sldId="279"/>
            <ac:spMk id="3" creationId="{00000000-0000-0000-0000-000000000000}"/>
          </ac:spMkLst>
        </pc:spChg>
        <pc:spChg chg="add">
          <ac:chgData name="Mike J" userId="22cf0bdf11e74b3e" providerId="LiveId" clId="{545D3A55-C092-45DC-B043-83C1ED8232A7}" dt="2024-05-08T00:38:07.464" v="99" actId="26606"/>
          <ac:spMkLst>
            <pc:docMk/>
            <pc:sldMk cId="0" sldId="279"/>
            <ac:spMk id="9" creationId="{C0763A76-9F1C-4FC5-82B7-DD475DA461B2}"/>
          </ac:spMkLst>
        </pc:spChg>
        <pc:spChg chg="add">
          <ac:chgData name="Mike J" userId="22cf0bdf11e74b3e" providerId="LiveId" clId="{545D3A55-C092-45DC-B043-83C1ED8232A7}" dt="2024-05-08T00:38:07.464" v="99" actId="26606"/>
          <ac:spMkLst>
            <pc:docMk/>
            <pc:sldMk cId="0" sldId="279"/>
            <ac:spMk id="11" creationId="{E81BF4F6-F2CF-4984-9D14-D6966D92F99F}"/>
          </ac:spMkLst>
        </pc:spChg>
        <pc:picChg chg="mod">
          <ac:chgData name="Mike J" userId="22cf0bdf11e74b3e" providerId="LiveId" clId="{545D3A55-C092-45DC-B043-83C1ED8232A7}" dt="2024-05-08T00:38:07.464" v="99" actId="26606"/>
          <ac:picMkLst>
            <pc:docMk/>
            <pc:sldMk cId="0" sldId="279"/>
            <ac:picMk id="4" creationId="{00000000-0000-0000-0000-000000000000}"/>
          </ac:picMkLst>
        </pc:picChg>
      </pc:sldChg>
      <pc:sldChg chg="addSp delSp modSp mod setBg addAnim delAnim">
        <pc:chgData name="Mike J" userId="22cf0bdf11e74b3e" providerId="LiveId" clId="{545D3A55-C092-45DC-B043-83C1ED8232A7}" dt="2024-05-08T00:34:06.726" v="98" actId="26606"/>
        <pc:sldMkLst>
          <pc:docMk/>
          <pc:sldMk cId="0" sldId="281"/>
        </pc:sldMkLst>
        <pc:spChg chg="mod ord">
          <ac:chgData name="Mike J" userId="22cf0bdf11e74b3e" providerId="LiveId" clId="{545D3A55-C092-45DC-B043-83C1ED8232A7}" dt="2024-05-08T00:34:06.726" v="98" actId="26606"/>
          <ac:spMkLst>
            <pc:docMk/>
            <pc:sldMk cId="0" sldId="281"/>
            <ac:spMk id="3" creationId="{00000000-0000-0000-0000-000000000000}"/>
          </ac:spMkLst>
        </pc:spChg>
        <pc:spChg chg="add del">
          <ac:chgData name="Mike J" userId="22cf0bdf11e74b3e" providerId="LiveId" clId="{545D3A55-C092-45DC-B043-83C1ED8232A7}" dt="2024-05-08T00:33:53.892" v="95" actId="26606"/>
          <ac:spMkLst>
            <pc:docMk/>
            <pc:sldMk cId="0" sldId="281"/>
            <ac:spMk id="14" creationId="{AAD8F19F-4A55-467B-BED0-8837659A90A4}"/>
          </ac:spMkLst>
        </pc:spChg>
        <pc:spChg chg="add del">
          <ac:chgData name="Mike J" userId="22cf0bdf11e74b3e" providerId="LiveId" clId="{545D3A55-C092-45DC-B043-83C1ED8232A7}" dt="2024-05-08T00:34:06.726" v="98" actId="26606"/>
          <ac:spMkLst>
            <pc:docMk/>
            <pc:sldMk cId="0" sldId="281"/>
            <ac:spMk id="16" creationId="{9DBC4630-03DA-474F-BBCB-BA3AE6B317A4}"/>
          </ac:spMkLst>
        </pc:spChg>
        <pc:spChg chg="add del">
          <ac:chgData name="Mike J" userId="22cf0bdf11e74b3e" providerId="LiveId" clId="{545D3A55-C092-45DC-B043-83C1ED8232A7}" dt="2024-05-08T00:34:06.726" v="98" actId="26606"/>
          <ac:spMkLst>
            <pc:docMk/>
            <pc:sldMk cId="0" sldId="281"/>
            <ac:spMk id="17" creationId="{F6E384F5-137A-40B1-97F0-694CC6ECD59C}"/>
          </ac:spMkLst>
        </pc:spChg>
        <pc:spChg chg="add del">
          <ac:chgData name="Mike J" userId="22cf0bdf11e74b3e" providerId="LiveId" clId="{545D3A55-C092-45DC-B043-83C1ED8232A7}" dt="2024-05-08T00:34:06.726" v="98" actId="26606"/>
          <ac:spMkLst>
            <pc:docMk/>
            <pc:sldMk cId="0" sldId="281"/>
            <ac:spMk id="18" creationId="{78418A25-6EAC-4140-BFE6-284E1925B5EE}"/>
          </ac:spMkLst>
        </pc:spChg>
        <pc:spChg chg="add del">
          <ac:chgData name="Mike J" userId="22cf0bdf11e74b3e" providerId="LiveId" clId="{545D3A55-C092-45DC-B043-83C1ED8232A7}" dt="2024-05-08T00:34:06.726" v="98" actId="26606"/>
          <ac:spMkLst>
            <pc:docMk/>
            <pc:sldMk cId="0" sldId="281"/>
            <ac:spMk id="20" creationId="{6B9D64DB-4D5C-4A91-B45F-F301E3174F9F}"/>
          </ac:spMkLst>
        </pc:spChg>
        <pc:spChg chg="add del">
          <ac:chgData name="Mike J" userId="22cf0bdf11e74b3e" providerId="LiveId" clId="{545D3A55-C092-45DC-B043-83C1ED8232A7}" dt="2024-05-08T00:34:06.726" v="98" actId="26606"/>
          <ac:spMkLst>
            <pc:docMk/>
            <pc:sldMk cId="0" sldId="281"/>
            <ac:spMk id="22" creationId="{CB14CE1B-4BC5-4EF2-BE3D-05E4F580B3DB}"/>
          </ac:spMkLst>
        </pc:spChg>
        <pc:picChg chg="mod ord">
          <ac:chgData name="Mike J" userId="22cf0bdf11e74b3e" providerId="LiveId" clId="{545D3A55-C092-45DC-B043-83C1ED8232A7}" dt="2024-05-08T00:34:06.726" v="98" actId="26606"/>
          <ac:picMkLst>
            <pc:docMk/>
            <pc:sldMk cId="0" sldId="281"/>
            <ac:picMk id="4" creationId="{00000000-0000-0000-0000-000000000000}"/>
          </ac:picMkLst>
        </pc:picChg>
        <pc:picChg chg="mod">
          <ac:chgData name="Mike J" userId="22cf0bdf11e74b3e" providerId="LiveId" clId="{545D3A55-C092-45DC-B043-83C1ED8232A7}" dt="2024-05-08T00:34:06.726" v="98" actId="26606"/>
          <ac:picMkLst>
            <pc:docMk/>
            <pc:sldMk cId="0" sldId="281"/>
            <ac:picMk id="5" creationId="{00000000-0000-0000-0000-000000000000}"/>
          </ac:picMkLst>
        </pc:picChg>
        <pc:picChg chg="mod">
          <ac:chgData name="Mike J" userId="22cf0bdf11e74b3e" providerId="LiveId" clId="{545D3A55-C092-45DC-B043-83C1ED8232A7}" dt="2024-05-08T00:34:06.726" v="98" actId="26606"/>
          <ac:picMkLst>
            <pc:docMk/>
            <pc:sldMk cId="0" sldId="281"/>
            <ac:picMk id="6" creationId="{00000000-0000-0000-0000-000000000000}"/>
          </ac:picMkLst>
        </pc:picChg>
        <pc:picChg chg="mod">
          <ac:chgData name="Mike J" userId="22cf0bdf11e74b3e" providerId="LiveId" clId="{545D3A55-C092-45DC-B043-83C1ED8232A7}" dt="2024-05-08T00:34:06.726" v="98" actId="26606"/>
          <ac:picMkLst>
            <pc:docMk/>
            <pc:sldMk cId="0" sldId="281"/>
            <ac:picMk id="7" creationId="{00000000-0000-0000-0000-000000000000}"/>
          </ac:picMkLst>
        </pc:picChg>
        <pc:picChg chg="mod ord">
          <ac:chgData name="Mike J" userId="22cf0bdf11e74b3e" providerId="LiveId" clId="{545D3A55-C092-45DC-B043-83C1ED8232A7}" dt="2024-05-08T00:34:06.726" v="98" actId="26606"/>
          <ac:picMkLst>
            <pc:docMk/>
            <pc:sldMk cId="0" sldId="281"/>
            <ac:picMk id="9"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8F3E273-9966-447A-86DA-B46B524711C8}" type="datetimeFigureOut">
              <a:rPr lang="en-US" smtClean="0"/>
              <a:pPr/>
              <a:t>5/7/2024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75F81E9-8311-49AC-8302-95D1244A498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75F81E9-8311-49AC-8302-95D1244A498E}"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F011835-3D3D-4E54-A98E-3D27DD87CBBF}" type="datetimeFigureOut">
              <a:rPr lang="en-US" smtClean="0"/>
              <a:pPr/>
              <a:t>5/7/2024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321BE9-E091-4D2B-A9DB-066BB8FD734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011835-3D3D-4E54-A98E-3D27DD87CBBF}" type="datetimeFigureOut">
              <a:rPr lang="en-US" smtClean="0"/>
              <a:pPr/>
              <a:t>5/7/2024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321BE9-E091-4D2B-A9DB-066BB8FD734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011835-3D3D-4E54-A98E-3D27DD87CBBF}" type="datetimeFigureOut">
              <a:rPr lang="en-US" smtClean="0"/>
              <a:pPr/>
              <a:t>5/7/2024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321BE9-E091-4D2B-A9DB-066BB8FD734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011835-3D3D-4E54-A98E-3D27DD87CBBF}" type="datetimeFigureOut">
              <a:rPr lang="en-US" smtClean="0"/>
              <a:pPr/>
              <a:t>5/7/2024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321BE9-E091-4D2B-A9DB-066BB8FD734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011835-3D3D-4E54-A98E-3D27DD87CBBF}" type="datetimeFigureOut">
              <a:rPr lang="en-US" smtClean="0"/>
              <a:pPr/>
              <a:t>5/7/2024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3321BE9-E091-4D2B-A9DB-066BB8FD734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F011835-3D3D-4E54-A98E-3D27DD87CBBF}" type="datetimeFigureOut">
              <a:rPr lang="en-US" smtClean="0"/>
              <a:pPr/>
              <a:t>5/7/2024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3321BE9-E091-4D2B-A9DB-066BB8FD734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011835-3D3D-4E54-A98E-3D27DD87CBBF}" type="datetimeFigureOut">
              <a:rPr lang="en-US" smtClean="0"/>
              <a:pPr/>
              <a:t>5/7/2024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3321BE9-E091-4D2B-A9DB-066BB8FD734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F011835-3D3D-4E54-A98E-3D27DD87CBBF}" type="datetimeFigureOut">
              <a:rPr lang="en-US" smtClean="0"/>
              <a:pPr/>
              <a:t>5/7/2024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321BE9-E091-4D2B-A9DB-066BB8FD734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F011835-3D3D-4E54-A98E-3D27DD87CBBF}" type="datetimeFigureOut">
              <a:rPr lang="en-US" smtClean="0"/>
              <a:pPr/>
              <a:t>5/7/2024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321BE9-E091-4D2B-A9DB-066BB8FD734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011835-3D3D-4E54-A98E-3D27DD87CBBF}" type="datetimeFigureOut">
              <a:rPr lang="en-US" smtClean="0"/>
              <a:pPr/>
              <a:t>5/7/2024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321BE9-E091-4D2B-A9DB-066BB8FD734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011835-3D3D-4E54-A98E-3D27DD87CBBF}" type="datetimeFigureOut">
              <a:rPr lang="en-US" smtClean="0"/>
              <a:pPr/>
              <a:t>5/7/2024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321BE9-E091-4D2B-A9DB-066BB8FD734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011835-3D3D-4E54-A98E-3D27DD87CBBF}" type="datetimeFigureOut">
              <a:rPr lang="en-US" smtClean="0"/>
              <a:pPr/>
              <a:t>5/7/2024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321BE9-E091-4D2B-A9DB-066BB8FD7349}"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www.youtube.com/watch?v=PUdhu9FyYaU" TargetMode="External"/><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1.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s>
</file>

<file path=ppt/slides/_rels/slide1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hyperlink" Target="http://www.youtube.com/watch?v=9SOUJP5dFEg"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6.xml"/><Relationship Id="rId4" Type="http://schemas.openxmlformats.org/officeDocument/2006/relationships/image" Target="../media/image29.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Magnet Safety Training Class I</a:t>
            </a:r>
          </a:p>
        </p:txBody>
      </p:sp>
      <p:pic>
        <p:nvPicPr>
          <p:cNvPr id="5" name="Content Placeholder 4" descr="cropped-MRI-scanner-eats-patient-bed.jpg"/>
          <p:cNvPicPr>
            <a:picLocks noGrp="1" noChangeAspect="1"/>
          </p:cNvPicPr>
          <p:nvPr>
            <p:ph idx="1"/>
          </p:nvPr>
        </p:nvPicPr>
        <p:blipFill>
          <a:blip r:embed="rId2" cstate="print"/>
          <a:stretch>
            <a:fillRect/>
          </a:stretch>
        </p:blipFill>
        <p:spPr>
          <a:xfrm>
            <a:off x="2033587" y="2439194"/>
            <a:ext cx="5076825" cy="2847975"/>
          </a:xfr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3" name="Rectangle 62">
            <a:extLst>
              <a:ext uri="{FF2B5EF4-FFF2-40B4-BE49-F238E27FC236}">
                <a16:creationId xmlns:a16="http://schemas.microsoft.com/office/drawing/2014/main" id="{D9A7F3BF-8763-4074-AD77-92790AF314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ctrTitle"/>
          </p:nvPr>
        </p:nvSpPr>
        <p:spPr>
          <a:xfrm>
            <a:off x="891051" y="381935"/>
            <a:ext cx="7017080" cy="1200329"/>
          </a:xfrm>
        </p:spPr>
        <p:txBody>
          <a:bodyPr vert="horz" lIns="91440" tIns="45720" rIns="91440" bIns="45720" rtlCol="0" anchor="t">
            <a:normAutofit/>
          </a:bodyPr>
          <a:lstStyle/>
          <a:p>
            <a:pPr algn="l">
              <a:lnSpc>
                <a:spcPct val="90000"/>
              </a:lnSpc>
            </a:pPr>
            <a:r>
              <a:rPr lang="en-US" sz="1800" kern="1200">
                <a:solidFill>
                  <a:schemeClr val="tx1"/>
                </a:solidFill>
                <a:latin typeface="+mj-lt"/>
                <a:ea typeface="+mj-ea"/>
                <a:cs typeface="+mj-cs"/>
              </a:rPr>
              <a:t>There are many types of MRI magnets with the most common being 1.5 Tesla.  In contrast,  the earths field is about 30 microtesla and a strong refrigerator magnet is around 5 millitesla.</a:t>
            </a:r>
          </a:p>
        </p:txBody>
      </p:sp>
      <p:grpSp>
        <p:nvGrpSpPr>
          <p:cNvPr id="64" name="Group 63">
            <a:extLst>
              <a:ext uri="{FF2B5EF4-FFF2-40B4-BE49-F238E27FC236}">
                <a16:creationId xmlns:a16="http://schemas.microsoft.com/office/drawing/2014/main" id="{7A9648D6-B41B-42D0-A817-AE2607B0B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45650" y="554152"/>
            <a:ext cx="430632" cy="1075866"/>
            <a:chOff x="10994200" y="554152"/>
            <a:chExt cx="574177" cy="1075866"/>
          </a:xfrm>
        </p:grpSpPr>
        <p:sp>
          <p:nvSpPr>
            <p:cNvPr id="19"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13369"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65"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55951"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21"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94200"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grpSp>
      <p:cxnSp>
        <p:nvCxnSpPr>
          <p:cNvPr id="66" name="Straight Connector 65">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16"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pic>
        <p:nvPicPr>
          <p:cNvPr id="6" name="Picture 5" descr="earth-magnetic-field.jpg"/>
          <p:cNvPicPr>
            <a:picLocks noChangeAspect="1"/>
          </p:cNvPicPr>
          <p:nvPr/>
        </p:nvPicPr>
        <p:blipFill>
          <a:blip r:embed="rId2" cstate="print"/>
          <a:stretch>
            <a:fillRect/>
          </a:stretch>
        </p:blipFill>
        <p:spPr>
          <a:xfrm>
            <a:off x="891046" y="2727775"/>
            <a:ext cx="3785239" cy="2523492"/>
          </a:xfrm>
          <a:prstGeom prst="rect">
            <a:avLst/>
          </a:prstGeom>
        </p:spPr>
      </p:pic>
      <p:sp>
        <p:nvSpPr>
          <p:cNvPr id="7" name="TextBox 6"/>
          <p:cNvSpPr txBox="1"/>
          <p:nvPr/>
        </p:nvSpPr>
        <p:spPr>
          <a:xfrm>
            <a:off x="2617646" y="5516898"/>
            <a:ext cx="1328154" cy="333296"/>
          </a:xfrm>
          <a:prstGeom prst="rect">
            <a:avLst/>
          </a:prstGeom>
          <a:noFill/>
        </p:spPr>
        <p:txBody>
          <a:bodyPr wrap="square" rtlCol="0">
            <a:spAutoFit/>
          </a:bodyPr>
          <a:lstStyle/>
          <a:p>
            <a:pPr defTabSz="795528">
              <a:spcAft>
                <a:spcPts val="600"/>
              </a:spcAft>
            </a:pPr>
            <a:r>
              <a:rPr lang="en-US" sz="1566" kern="1200">
                <a:solidFill>
                  <a:schemeClr val="tx1"/>
                </a:solidFill>
                <a:latin typeface="+mn-lt"/>
                <a:ea typeface="+mn-ea"/>
                <a:cs typeface="+mn-cs"/>
              </a:rPr>
              <a:t>30 microtesla</a:t>
            </a:r>
            <a:endParaRPr lang="en-US"/>
          </a:p>
        </p:txBody>
      </p:sp>
      <p:pic>
        <p:nvPicPr>
          <p:cNvPr id="8" name="Picture 7" descr="RefrigeratorMagnets.jpg"/>
          <p:cNvPicPr>
            <a:picLocks noChangeAspect="1"/>
          </p:cNvPicPr>
          <p:nvPr/>
        </p:nvPicPr>
        <p:blipFill>
          <a:blip r:embed="rId3" cstate="print"/>
          <a:stretch>
            <a:fillRect/>
          </a:stretch>
        </p:blipFill>
        <p:spPr>
          <a:xfrm>
            <a:off x="5074731" y="2926998"/>
            <a:ext cx="2833395" cy="2125046"/>
          </a:xfrm>
          <a:prstGeom prst="rect">
            <a:avLst/>
          </a:prstGeom>
        </p:spPr>
      </p:pic>
      <p:sp>
        <p:nvSpPr>
          <p:cNvPr id="9" name="TextBox 8"/>
          <p:cNvSpPr txBox="1"/>
          <p:nvPr/>
        </p:nvSpPr>
        <p:spPr>
          <a:xfrm>
            <a:off x="5938031" y="5527066"/>
            <a:ext cx="1062523" cy="333296"/>
          </a:xfrm>
          <a:prstGeom prst="rect">
            <a:avLst/>
          </a:prstGeom>
          <a:noFill/>
        </p:spPr>
        <p:txBody>
          <a:bodyPr wrap="square" rtlCol="0">
            <a:spAutoFit/>
          </a:bodyPr>
          <a:lstStyle/>
          <a:p>
            <a:pPr defTabSz="795528">
              <a:spcAft>
                <a:spcPts val="600"/>
              </a:spcAft>
            </a:pPr>
            <a:r>
              <a:rPr lang="en-US" sz="1566" kern="1200">
                <a:solidFill>
                  <a:schemeClr val="tx1"/>
                </a:solidFill>
                <a:latin typeface="+mn-lt"/>
                <a:ea typeface="+mn-ea"/>
                <a:cs typeface="+mn-cs"/>
              </a:rPr>
              <a:t>5 millitesla</a:t>
            </a:r>
            <a:endParaRPr lang="en-US"/>
          </a:p>
        </p:txBody>
      </p:sp>
      <p:sp>
        <p:nvSpPr>
          <p:cNvPr id="10" name="TextBox 9"/>
          <p:cNvSpPr txBox="1"/>
          <p:nvPr/>
        </p:nvSpPr>
        <p:spPr>
          <a:xfrm>
            <a:off x="2816869" y="2196513"/>
            <a:ext cx="618952" cy="333296"/>
          </a:xfrm>
          <a:prstGeom prst="rect">
            <a:avLst/>
          </a:prstGeom>
          <a:noFill/>
        </p:spPr>
        <p:txBody>
          <a:bodyPr wrap="none" rtlCol="0">
            <a:spAutoFit/>
          </a:bodyPr>
          <a:lstStyle/>
          <a:p>
            <a:pPr defTabSz="795528">
              <a:spcAft>
                <a:spcPts val="600"/>
              </a:spcAft>
            </a:pPr>
            <a:r>
              <a:rPr lang="en-US" sz="1566" kern="1200">
                <a:solidFill>
                  <a:schemeClr val="tx1"/>
                </a:solidFill>
                <a:latin typeface="+mn-lt"/>
                <a:ea typeface="+mn-ea"/>
                <a:cs typeface="+mn-cs"/>
              </a:rPr>
              <a:t>Earth</a:t>
            </a:r>
            <a:endParaRPr lang="en-US"/>
          </a:p>
        </p:txBody>
      </p:sp>
      <p:sp>
        <p:nvSpPr>
          <p:cNvPr id="11" name="TextBox 10"/>
          <p:cNvSpPr txBox="1"/>
          <p:nvPr/>
        </p:nvSpPr>
        <p:spPr>
          <a:xfrm>
            <a:off x="5473177" y="2196513"/>
            <a:ext cx="1992231" cy="333296"/>
          </a:xfrm>
          <a:prstGeom prst="rect">
            <a:avLst/>
          </a:prstGeom>
          <a:noFill/>
        </p:spPr>
        <p:txBody>
          <a:bodyPr wrap="square" rtlCol="0">
            <a:spAutoFit/>
          </a:bodyPr>
          <a:lstStyle/>
          <a:p>
            <a:pPr defTabSz="795528">
              <a:spcAft>
                <a:spcPts val="600"/>
              </a:spcAft>
            </a:pPr>
            <a:r>
              <a:rPr lang="en-US" sz="1566" kern="1200">
                <a:solidFill>
                  <a:schemeClr val="tx1"/>
                </a:solidFill>
                <a:latin typeface="+mn-lt"/>
                <a:ea typeface="+mn-ea"/>
                <a:cs typeface="+mn-cs"/>
              </a:rPr>
              <a:t>Refrigerator Magnets</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28600"/>
            <a:ext cx="9144000" cy="1477328"/>
          </a:xfrm>
          <a:prstGeom prst="rect">
            <a:avLst/>
          </a:prstGeom>
          <a:noFill/>
        </p:spPr>
        <p:txBody>
          <a:bodyPr wrap="square" rtlCol="0">
            <a:spAutoFit/>
          </a:bodyPr>
          <a:lstStyle/>
          <a:p>
            <a:pPr algn="ctr"/>
            <a:r>
              <a:rPr lang="en-US" dirty="0"/>
              <a:t>However the field strength alone is not enough to estimate the relative strength of a magnet.  Some magnets have active shielding or a reverse magnetic field that reduces the overall external pull of the magnet.  Knowing whether or not you have active shielding is not usually apparent.  Permanent magnets and open style magnets typically do not have active shielding and the fringe field can be stronger and more dangerous than an active shielded magnet.</a:t>
            </a:r>
          </a:p>
        </p:txBody>
      </p:sp>
      <p:pic>
        <p:nvPicPr>
          <p:cNvPr id="3" name="Picture 2" descr="ge_signa_ovation_hd_openmri.jpg"/>
          <p:cNvPicPr>
            <a:picLocks noChangeAspect="1"/>
          </p:cNvPicPr>
          <p:nvPr/>
        </p:nvPicPr>
        <p:blipFill>
          <a:blip r:embed="rId3" cstate="print"/>
          <a:stretch>
            <a:fillRect/>
          </a:stretch>
        </p:blipFill>
        <p:spPr>
          <a:xfrm>
            <a:off x="795471" y="2286000"/>
            <a:ext cx="3471729" cy="2971800"/>
          </a:xfrm>
          <a:prstGeom prst="rect">
            <a:avLst/>
          </a:prstGeom>
        </p:spPr>
      </p:pic>
      <p:pic>
        <p:nvPicPr>
          <p:cNvPr id="4" name="Picture 3" descr="GE-MRI-2.jpg"/>
          <p:cNvPicPr>
            <a:picLocks noChangeAspect="1"/>
          </p:cNvPicPr>
          <p:nvPr/>
        </p:nvPicPr>
        <p:blipFill>
          <a:blip r:embed="rId4" cstate="print"/>
          <a:stretch>
            <a:fillRect/>
          </a:stretch>
        </p:blipFill>
        <p:spPr>
          <a:xfrm>
            <a:off x="5263084" y="2286000"/>
            <a:ext cx="3118916" cy="2998317"/>
          </a:xfrm>
          <a:prstGeom prst="rect">
            <a:avLst/>
          </a:prstGeom>
        </p:spPr>
      </p:pic>
      <p:sp>
        <p:nvSpPr>
          <p:cNvPr id="5" name="TextBox 4"/>
          <p:cNvSpPr txBox="1"/>
          <p:nvPr/>
        </p:nvSpPr>
        <p:spPr>
          <a:xfrm>
            <a:off x="1676400" y="5715000"/>
            <a:ext cx="1981200" cy="646331"/>
          </a:xfrm>
          <a:prstGeom prst="rect">
            <a:avLst/>
          </a:prstGeom>
          <a:noFill/>
        </p:spPr>
        <p:txBody>
          <a:bodyPr wrap="square" rtlCol="0">
            <a:spAutoFit/>
          </a:bodyPr>
          <a:lstStyle/>
          <a:p>
            <a:pPr algn="ctr"/>
            <a:r>
              <a:rPr lang="en-US" dirty="0"/>
              <a:t>.35T Open MRI with NO shielding</a:t>
            </a:r>
          </a:p>
        </p:txBody>
      </p:sp>
      <p:sp>
        <p:nvSpPr>
          <p:cNvPr id="6" name="TextBox 5"/>
          <p:cNvSpPr txBox="1"/>
          <p:nvPr/>
        </p:nvSpPr>
        <p:spPr>
          <a:xfrm>
            <a:off x="6019800" y="5715000"/>
            <a:ext cx="1905000" cy="646331"/>
          </a:xfrm>
          <a:prstGeom prst="rect">
            <a:avLst/>
          </a:prstGeom>
          <a:noFill/>
        </p:spPr>
        <p:txBody>
          <a:bodyPr wrap="square" rtlCol="0">
            <a:spAutoFit/>
          </a:bodyPr>
          <a:lstStyle/>
          <a:p>
            <a:pPr algn="ctr"/>
            <a:r>
              <a:rPr lang="en-US" dirty="0"/>
              <a:t>1.5T Standard MRI with  active shield</a:t>
            </a:r>
          </a:p>
        </p:txBody>
      </p:sp>
      <p:sp>
        <p:nvSpPr>
          <p:cNvPr id="7" name="TextBox 6"/>
          <p:cNvSpPr txBox="1"/>
          <p:nvPr/>
        </p:nvSpPr>
        <p:spPr>
          <a:xfrm>
            <a:off x="2438400" y="5715000"/>
            <a:ext cx="4953000" cy="923330"/>
          </a:xfrm>
          <a:prstGeom prst="rect">
            <a:avLst/>
          </a:prstGeom>
          <a:noFill/>
        </p:spPr>
        <p:txBody>
          <a:bodyPr wrap="square" rtlCol="0">
            <a:spAutoFit/>
          </a:bodyPr>
          <a:lstStyle/>
          <a:p>
            <a:r>
              <a:rPr lang="en-US" dirty="0"/>
              <a:t>                     </a:t>
            </a:r>
            <a:r>
              <a:rPr lang="en-US" dirty="0">
                <a:sym typeface="Wingdings" pitchFamily="2" charset="2"/>
              </a:rPr>
              <a:t>&lt;--                 =               --&gt;</a:t>
            </a:r>
          </a:p>
          <a:p>
            <a:pPr algn="ctr"/>
            <a:endParaRPr lang="en-US" dirty="0"/>
          </a:p>
          <a:p>
            <a:pPr algn="ctr"/>
            <a:r>
              <a:rPr lang="en-US" dirty="0"/>
              <a:t>These fringe fields maybe be equal!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ctrTitle"/>
          </p:nvPr>
        </p:nvSpPr>
        <p:spPr>
          <a:xfrm>
            <a:off x="628650" y="365125"/>
            <a:ext cx="7381677" cy="1325563"/>
          </a:xfrm>
        </p:spPr>
        <p:txBody>
          <a:bodyPr vert="horz" lIns="91440" tIns="45720" rIns="91440" bIns="45720" rtlCol="0" anchor="ctr">
            <a:normAutofit/>
          </a:bodyPr>
          <a:lstStyle/>
          <a:p>
            <a:pPr algn="l">
              <a:lnSpc>
                <a:spcPct val="90000"/>
              </a:lnSpc>
            </a:pPr>
            <a:r>
              <a:rPr lang="en-US" sz="4200" b="1" kern="1200">
                <a:solidFill>
                  <a:schemeClr val="tx1"/>
                </a:solidFill>
                <a:latin typeface="+mj-lt"/>
                <a:ea typeface="+mj-ea"/>
                <a:cs typeface="+mj-cs"/>
              </a:rPr>
              <a:t>What is an MRI Superconducting Magnet?</a:t>
            </a:r>
            <a:endParaRPr lang="en-US" sz="4200" kern="1200">
              <a:solidFill>
                <a:schemeClr val="tx1"/>
              </a:solidFill>
              <a:latin typeface="+mj-lt"/>
              <a:ea typeface="+mj-ea"/>
              <a:cs typeface="+mj-cs"/>
            </a:endParaRPr>
          </a:p>
        </p:txBody>
      </p:sp>
      <p:cxnSp>
        <p:nvCxnSpPr>
          <p:cNvPr id="53" name="Straight Connector 5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6917" y="356812"/>
            <a:ext cx="0" cy="6492875"/>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54" name="Graphic 12">
            <a:extLst>
              <a:ext uri="{FF2B5EF4-FFF2-40B4-BE49-F238E27FC236}">
                <a16:creationId xmlns:a16="http://schemas.microsoft.com/office/drawing/2014/main" id="{58BDB0EE-D238-415B-9ED8-62AA6AB2A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7911" y="591829"/>
            <a:ext cx="10427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55" name="Graphic 11">
            <a:extLst>
              <a:ext uri="{FF2B5EF4-FFF2-40B4-BE49-F238E27FC236}">
                <a16:creationId xmlns:a16="http://schemas.microsoft.com/office/drawing/2014/main" id="{C5B55FC3-961D-4325-82F1-DE92B0D04E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46996" y="821124"/>
            <a:ext cx="68354"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56" name="Graphic 13">
            <a:extLst>
              <a:ext uri="{FF2B5EF4-FFF2-40B4-BE49-F238E27FC236}">
                <a16:creationId xmlns:a16="http://schemas.microsoft.com/office/drawing/2014/main" id="{4C8AB332-D09E-4F28-943C-DABDD4716A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66256" y="1336268"/>
            <a:ext cx="95786"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sp>
        <p:nvSpPr>
          <p:cNvPr id="3" name="Subtitle 2"/>
          <p:cNvSpPr>
            <a:spLocks/>
          </p:cNvSpPr>
          <p:nvPr/>
        </p:nvSpPr>
        <p:spPr>
          <a:xfrm>
            <a:off x="1557427" y="1825625"/>
            <a:ext cx="6029145" cy="1333369"/>
          </a:xfrm>
          <a:prstGeom prst="rect">
            <a:avLst/>
          </a:prstGeom>
        </p:spPr>
        <p:txBody>
          <a:bodyPr>
            <a:normAutofit fontScale="92500" lnSpcReduction="20000"/>
          </a:bodyPr>
          <a:lstStyle/>
          <a:p>
            <a:pPr defTabSz="694944">
              <a:lnSpc>
                <a:spcPct val="90000"/>
              </a:lnSpc>
              <a:spcAft>
                <a:spcPts val="600"/>
              </a:spcAft>
            </a:pPr>
            <a:r>
              <a:rPr lang="en-US" sz="1300" kern="1200">
                <a:solidFill>
                  <a:schemeClr val="tx1"/>
                </a:solidFill>
                <a:latin typeface="+mn-lt"/>
                <a:ea typeface="+mn-ea"/>
                <a:cs typeface="+mn-cs"/>
              </a:rPr>
              <a:t>A coil winding that is placed in a liquid helium environment with temperatures around 4 Kelvin that has had a current induced into the coil.  The coil being in the cryogenic environment allows the coil to have almost zero resistance.  Once a current is induced into the magnet the current source can be disconnected from the magnet.  This creates an “always on” factor to the MRI magnet 24 hours a day 7 days a week with the magnet at full strength.  The magnet is “ramped up” to field one time and stays that way unless some circumstance that causes it to quench or if it’s ramped down, neither of which are typical.  Even if the magnetic field is dissipated, there may still be residual fields from magnetized metal or the shim coils inside the magnet.</a:t>
            </a:r>
          </a:p>
          <a:p>
            <a:pPr>
              <a:lnSpc>
                <a:spcPct val="90000"/>
              </a:lnSpc>
              <a:spcAft>
                <a:spcPts val="600"/>
              </a:spcAft>
            </a:pPr>
            <a:endParaRPr lang="en-US" sz="1300"/>
          </a:p>
        </p:txBody>
      </p:sp>
      <p:sp>
        <p:nvSpPr>
          <p:cNvPr id="5" name="TextBox 4"/>
          <p:cNvSpPr txBox="1"/>
          <p:nvPr/>
        </p:nvSpPr>
        <p:spPr>
          <a:xfrm>
            <a:off x="2079180" y="5825731"/>
            <a:ext cx="4869694" cy="373051"/>
          </a:xfrm>
          <a:prstGeom prst="rect">
            <a:avLst/>
          </a:prstGeom>
          <a:noFill/>
        </p:spPr>
        <p:txBody>
          <a:bodyPr wrap="square" rtlCol="0">
            <a:spAutoFit/>
          </a:bodyPr>
          <a:lstStyle/>
          <a:p>
            <a:pPr algn="ctr" defTabSz="694944">
              <a:spcAft>
                <a:spcPts val="600"/>
              </a:spcAft>
            </a:pPr>
            <a:r>
              <a:rPr lang="en-US" sz="1824" b="1" kern="1200">
                <a:solidFill>
                  <a:schemeClr val="tx1"/>
                </a:solidFill>
                <a:latin typeface="+mn-lt"/>
                <a:ea typeface="+mn-ea"/>
                <a:cs typeface="+mn-cs"/>
              </a:rPr>
              <a:t>Always treat every MRI machine as being “ON”</a:t>
            </a:r>
            <a:endParaRPr lang="en-US" sz="2400" b="1"/>
          </a:p>
        </p:txBody>
      </p:sp>
      <p:pic>
        <p:nvPicPr>
          <p:cNvPr id="6" name="Picture 5" descr="electromagnet.jpg"/>
          <p:cNvPicPr>
            <a:picLocks noChangeAspect="1"/>
          </p:cNvPicPr>
          <p:nvPr/>
        </p:nvPicPr>
        <p:blipFill>
          <a:blip r:embed="rId2" cstate="print"/>
          <a:stretch>
            <a:fillRect/>
          </a:stretch>
        </p:blipFill>
        <p:spPr>
          <a:xfrm>
            <a:off x="2253098" y="3101021"/>
            <a:ext cx="1820069" cy="2608765"/>
          </a:xfrm>
          <a:prstGeom prst="rect">
            <a:avLst/>
          </a:prstGeom>
        </p:spPr>
      </p:pic>
      <p:pic>
        <p:nvPicPr>
          <p:cNvPr id="7" name="Picture 6" descr="D390_-_Wessington_Cryogenics_Ch-30_Liquid_Helium_Container___1__Akribis_Scientific.600.jpg"/>
          <p:cNvPicPr>
            <a:picLocks noChangeAspect="1"/>
          </p:cNvPicPr>
          <p:nvPr/>
        </p:nvPicPr>
        <p:blipFill>
          <a:blip r:embed="rId3" cstate="print"/>
          <a:srcRect l="29060" r="31624"/>
          <a:stretch>
            <a:fillRect/>
          </a:stretch>
        </p:blipFill>
        <p:spPr>
          <a:xfrm>
            <a:off x="5209698" y="3101021"/>
            <a:ext cx="1565259" cy="2654134"/>
          </a:xfrm>
          <a:prstGeom prst="rect">
            <a:avLst/>
          </a:prstGeom>
        </p:spPr>
      </p:pic>
      <p:sp>
        <p:nvSpPr>
          <p:cNvPr id="8" name="TextBox 7"/>
          <p:cNvSpPr txBox="1"/>
          <p:nvPr/>
        </p:nvSpPr>
        <p:spPr>
          <a:xfrm>
            <a:off x="4340109" y="3912637"/>
            <a:ext cx="521753" cy="934423"/>
          </a:xfrm>
          <a:prstGeom prst="rect">
            <a:avLst/>
          </a:prstGeom>
          <a:noFill/>
        </p:spPr>
        <p:txBody>
          <a:bodyPr wrap="square" rtlCol="0">
            <a:spAutoFit/>
          </a:bodyPr>
          <a:lstStyle/>
          <a:p>
            <a:pPr defTabSz="694944">
              <a:spcAft>
                <a:spcPts val="600"/>
              </a:spcAft>
            </a:pPr>
            <a:r>
              <a:rPr lang="en-US" sz="5472" kern="1200">
                <a:solidFill>
                  <a:schemeClr val="tx1"/>
                </a:solidFill>
                <a:latin typeface="+mn-lt"/>
                <a:ea typeface="+mn-ea"/>
                <a:cs typeface="+mn-cs"/>
              </a:rPr>
              <a:t>+</a:t>
            </a:r>
            <a:endParaRPr lang="en-US" sz="7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054346" y="638089"/>
            <a:ext cx="3614166" cy="1476801"/>
          </a:xfrm>
        </p:spPr>
        <p:txBody>
          <a:bodyPr anchor="b">
            <a:normAutofit/>
          </a:bodyPr>
          <a:lstStyle/>
          <a:p>
            <a:pPr>
              <a:lnSpc>
                <a:spcPct val="90000"/>
              </a:lnSpc>
            </a:pPr>
            <a:r>
              <a:rPr lang="en-US" sz="4700" b="1"/>
              <a:t>Magnetic Fringe Field</a:t>
            </a:r>
          </a:p>
        </p:txBody>
      </p:sp>
      <p:sp>
        <p:nvSpPr>
          <p:cNvPr id="27"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54346" y="2372868"/>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054346" y="2664886"/>
            <a:ext cx="3614166" cy="3550789"/>
          </a:xfrm>
        </p:spPr>
        <p:txBody>
          <a:bodyPr anchor="t">
            <a:normAutofit/>
          </a:bodyPr>
          <a:lstStyle/>
          <a:p>
            <a:pPr marL="0" indent="0">
              <a:lnSpc>
                <a:spcPct val="90000"/>
              </a:lnSpc>
              <a:buNone/>
            </a:pPr>
            <a:r>
              <a:rPr lang="en-US" sz="1600"/>
              <a:t>A magnetic fringe field is the magnetic field outside of the bore, or central opening, of the magnet.  The magnetic field reduces its field strength by the inverse square law I=1/(d^2), Where ”I” is the intensity and “d” is the distance.  So if the intensity at the magnet is I=1/(1^2) or 1 then at twice the distance it’s I=1/(2^2) or 1/4</a:t>
            </a:r>
            <a:r>
              <a:rPr lang="en-US" sz="1600" baseline="30000"/>
              <a:t>th</a:t>
            </a:r>
            <a:r>
              <a:rPr lang="en-US" sz="1600"/>
              <a:t> the intensity and so on.  This is an important thing to know and understand because if you have something slightly magnetic at 4 feet away from the magnet it will QUICKLY increase its pull with every inch you move closer.  This is true for all magnets.</a:t>
            </a:r>
          </a:p>
        </p:txBody>
      </p:sp>
      <p:sp>
        <p:nvSpPr>
          <p:cNvPr id="5" name="TextBox 4"/>
          <p:cNvSpPr txBox="1"/>
          <p:nvPr/>
        </p:nvSpPr>
        <p:spPr>
          <a:xfrm>
            <a:off x="530665" y="4630456"/>
            <a:ext cx="4022397" cy="219291"/>
          </a:xfrm>
          <a:prstGeom prst="rect">
            <a:avLst/>
          </a:prstGeom>
          <a:noFill/>
        </p:spPr>
        <p:txBody>
          <a:bodyPr wrap="square" rtlCol="0">
            <a:spAutoFit/>
          </a:bodyPr>
          <a:lstStyle/>
          <a:p>
            <a:pPr defTabSz="685800">
              <a:spcAft>
                <a:spcPts val="600"/>
              </a:spcAft>
            </a:pPr>
            <a:r>
              <a:rPr lang="en-US" sz="825" kern="1200">
                <a:solidFill>
                  <a:schemeClr val="tx1"/>
                </a:solidFill>
                <a:latin typeface="+mn-lt"/>
                <a:ea typeface="+mn-ea"/>
                <a:cs typeface="+mn-cs"/>
              </a:rPr>
              <a:t>This picture is just a general representation and may not be accurate for all magnets</a:t>
            </a:r>
            <a:endParaRPr lang="en-US" sz="1100"/>
          </a:p>
        </p:txBody>
      </p:sp>
      <p:sp>
        <p:nvSpPr>
          <p:cNvPr id="6" name="TextBox 5"/>
          <p:cNvSpPr txBox="1"/>
          <p:nvPr/>
        </p:nvSpPr>
        <p:spPr>
          <a:xfrm>
            <a:off x="3231417" y="4343141"/>
            <a:ext cx="861942" cy="300082"/>
          </a:xfrm>
          <a:prstGeom prst="rect">
            <a:avLst/>
          </a:prstGeom>
          <a:noFill/>
        </p:spPr>
        <p:txBody>
          <a:bodyPr wrap="square" rtlCol="0">
            <a:spAutoFit/>
          </a:bodyPr>
          <a:lstStyle/>
          <a:p>
            <a:pPr defTabSz="685800">
              <a:spcAft>
                <a:spcPts val="600"/>
              </a:spcAft>
            </a:pPr>
            <a:r>
              <a:rPr lang="en-US" sz="1350" kern="1200">
                <a:solidFill>
                  <a:schemeClr val="bg1"/>
                </a:solidFill>
                <a:latin typeface="+mn-lt"/>
                <a:ea typeface="+mn-ea"/>
                <a:cs typeface="+mn-cs"/>
              </a:rPr>
              <a:t>Side View</a:t>
            </a:r>
            <a:endParaRPr lang="en-US">
              <a:solidFill>
                <a:schemeClr val="bg1"/>
              </a:solidFill>
            </a:endParaRPr>
          </a:p>
        </p:txBody>
      </p:sp>
      <p:pic>
        <p:nvPicPr>
          <p:cNvPr id="7" name="Picture 6" descr="45_1.jpg"/>
          <p:cNvPicPr>
            <a:picLocks noChangeAspect="1"/>
          </p:cNvPicPr>
          <p:nvPr/>
        </p:nvPicPr>
        <p:blipFill>
          <a:blip r:embed="rId2" cstate="print"/>
          <a:stretch>
            <a:fillRect/>
          </a:stretch>
        </p:blipFill>
        <p:spPr>
          <a:xfrm rot="5400000">
            <a:off x="1220219" y="1283246"/>
            <a:ext cx="2600193" cy="409422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917575"/>
          </a:xfrm>
        </p:spPr>
        <p:txBody>
          <a:bodyPr/>
          <a:lstStyle/>
          <a:p>
            <a:r>
              <a:rPr lang="en-US" b="1" dirty="0"/>
              <a:t>What objects are ferrous?</a:t>
            </a:r>
            <a:endParaRPr lang="en-US" dirty="0"/>
          </a:p>
        </p:txBody>
      </p:sp>
      <p:sp>
        <p:nvSpPr>
          <p:cNvPr id="3" name="Subtitle 2"/>
          <p:cNvSpPr>
            <a:spLocks noGrp="1"/>
          </p:cNvSpPr>
          <p:nvPr>
            <p:ph type="subTitle" idx="1"/>
          </p:nvPr>
        </p:nvSpPr>
        <p:spPr>
          <a:xfrm>
            <a:off x="1371600" y="1066800"/>
            <a:ext cx="6400800" cy="1219200"/>
          </a:xfrm>
        </p:spPr>
        <p:txBody>
          <a:bodyPr>
            <a:normAutofit fontScale="55000" lnSpcReduction="20000"/>
          </a:bodyPr>
          <a:lstStyle/>
          <a:p>
            <a:r>
              <a:rPr lang="en-US" dirty="0"/>
              <a:t>Anything with iron in it is considered ferrous.   A general rule of thumb is that if it rusts it’s ferrous.  Steel is the most common metal found in tools and is an alloy of iron.  Anything with a motor in it is ferrous.  Motors have bearings and a magnet in them.  </a:t>
            </a:r>
          </a:p>
        </p:txBody>
      </p:sp>
      <p:pic>
        <p:nvPicPr>
          <p:cNvPr id="4" name="Picture 3" descr="738347-table1.jpg"/>
          <p:cNvPicPr>
            <a:picLocks noChangeAspect="1"/>
          </p:cNvPicPr>
          <p:nvPr/>
        </p:nvPicPr>
        <p:blipFill>
          <a:blip r:embed="rId2" cstate="print"/>
          <a:srcRect b="5906"/>
          <a:stretch>
            <a:fillRect/>
          </a:stretch>
        </p:blipFill>
        <p:spPr>
          <a:xfrm>
            <a:off x="1752600" y="2209800"/>
            <a:ext cx="5638800" cy="3581400"/>
          </a:xfrm>
          <a:prstGeom prst="rect">
            <a:avLst/>
          </a:prstGeom>
        </p:spPr>
      </p:pic>
      <p:sp>
        <p:nvSpPr>
          <p:cNvPr id="5" name="Title 1"/>
          <p:cNvSpPr txBox="1">
            <a:spLocks/>
          </p:cNvSpPr>
          <p:nvPr/>
        </p:nvSpPr>
        <p:spPr>
          <a:xfrm>
            <a:off x="685800" y="5715000"/>
            <a:ext cx="8229600" cy="114300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b="0" i="0" u="none" strike="noStrike" kern="1200" cap="none" spc="0" normalizeH="0" baseline="0" noProof="0">
                <a:ln>
                  <a:noFill/>
                </a:ln>
                <a:solidFill>
                  <a:schemeClr val="tx1"/>
                </a:solidFill>
                <a:effectLst/>
                <a:uLnTx/>
                <a:uFillTx/>
                <a:latin typeface="+mj-lt"/>
                <a:ea typeface="+mj-ea"/>
                <a:cs typeface="+mj-cs"/>
              </a:rPr>
              <a:t>Watch the following video for the dangers of ferrous items in the scan room.  </a:t>
            </a:r>
            <a:r>
              <a:rPr kumimoji="0" lang="en-US" b="0" i="0" u="sng" strike="noStrike" kern="1200" cap="none" spc="0" normalizeH="0" baseline="0" noProof="0">
                <a:ln>
                  <a:noFill/>
                </a:ln>
                <a:solidFill>
                  <a:schemeClr val="tx1"/>
                </a:solidFill>
                <a:effectLst/>
                <a:uLnTx/>
                <a:uFillTx/>
                <a:latin typeface="+mj-lt"/>
                <a:ea typeface="+mj-ea"/>
                <a:cs typeface="+mj-cs"/>
                <a:hlinkClick r:id="rId3"/>
              </a:rPr>
              <a:t>http://www.youtube.com/watch?v=PUdhu9FyYaU</a:t>
            </a:r>
            <a:r>
              <a:rPr kumimoji="0" lang="en-US" b="0" i="0" u="none" strike="noStrike" kern="1200" cap="none" spc="0" normalizeH="0" baseline="0" noProof="0">
                <a:ln>
                  <a:noFill/>
                </a:ln>
                <a:solidFill>
                  <a:schemeClr val="tx1"/>
                </a:solidFill>
                <a:effectLst/>
                <a:uLnTx/>
                <a:uFillTx/>
                <a:latin typeface="+mj-lt"/>
                <a:ea typeface="+mj-ea"/>
                <a:cs typeface="+mj-cs"/>
              </a:rPr>
              <a:t>  If there’s any question as to something being ferrous, use a small magnet to test it first.</a:t>
            </a:r>
            <a:endParaRPr kumimoji="0" lang="en-US"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800" y="1143000"/>
            <a:ext cx="8305800" cy="1754326"/>
          </a:xfrm>
          <a:prstGeom prst="rect">
            <a:avLst/>
          </a:prstGeom>
          <a:noFill/>
        </p:spPr>
        <p:txBody>
          <a:bodyPr wrap="square" rtlCol="0">
            <a:spAutoFit/>
          </a:bodyPr>
          <a:lstStyle/>
          <a:p>
            <a:pPr algn="ctr"/>
            <a:r>
              <a:rPr lang="en-US" dirty="0"/>
              <a:t>Some objects that are designed to be MR safe have an unsafe counterpart.  If there is any question to an objects MR safety, DO NOT USE.  Common objects around the MR that have a safe counterpart include wheel chairs, fire extinguishers, oxygen bottles (and caps), patient injectors, step stools, ladders, IV poles, garbage cans, and waiting room chairs.  Before using these items make sure they are actually MR safe.  </a:t>
            </a:r>
          </a:p>
          <a:p>
            <a:pPr algn="ctr"/>
            <a:r>
              <a:rPr lang="en-US" dirty="0"/>
              <a:t>Test any tools before taking them in if there is any question to their metal content.  </a:t>
            </a:r>
          </a:p>
        </p:txBody>
      </p:sp>
      <p:sp>
        <p:nvSpPr>
          <p:cNvPr id="4" name="Title 3"/>
          <p:cNvSpPr>
            <a:spLocks noGrp="1"/>
          </p:cNvSpPr>
          <p:nvPr>
            <p:ph type="title"/>
          </p:nvPr>
        </p:nvSpPr>
        <p:spPr>
          <a:xfrm>
            <a:off x="457200" y="228600"/>
            <a:ext cx="8229600" cy="1143000"/>
          </a:xfrm>
        </p:spPr>
        <p:txBody>
          <a:bodyPr/>
          <a:lstStyle/>
          <a:p>
            <a:r>
              <a:rPr lang="en-US" b="1" dirty="0"/>
              <a:t>MR Safe Objects</a:t>
            </a:r>
          </a:p>
        </p:txBody>
      </p:sp>
      <p:pic>
        <p:nvPicPr>
          <p:cNvPr id="5" name="Picture 4" descr="mr safe WC.jpg"/>
          <p:cNvPicPr>
            <a:picLocks noChangeAspect="1"/>
          </p:cNvPicPr>
          <p:nvPr/>
        </p:nvPicPr>
        <p:blipFill>
          <a:blip r:embed="rId2" cstate="print"/>
          <a:stretch>
            <a:fillRect/>
          </a:stretch>
        </p:blipFill>
        <p:spPr>
          <a:xfrm>
            <a:off x="762000" y="3276600"/>
            <a:ext cx="3143250" cy="2514600"/>
          </a:xfrm>
          <a:prstGeom prst="rect">
            <a:avLst/>
          </a:prstGeom>
        </p:spPr>
      </p:pic>
      <p:sp>
        <p:nvSpPr>
          <p:cNvPr id="6" name="TextBox 5"/>
          <p:cNvSpPr txBox="1"/>
          <p:nvPr/>
        </p:nvSpPr>
        <p:spPr>
          <a:xfrm>
            <a:off x="1295400" y="5943600"/>
            <a:ext cx="2209800" cy="369332"/>
          </a:xfrm>
          <a:prstGeom prst="rect">
            <a:avLst/>
          </a:prstGeom>
          <a:noFill/>
        </p:spPr>
        <p:txBody>
          <a:bodyPr wrap="square" rtlCol="0">
            <a:spAutoFit/>
          </a:bodyPr>
          <a:lstStyle/>
          <a:p>
            <a:r>
              <a:rPr lang="en-US" dirty="0"/>
              <a:t>MR Safe Wheelchair</a:t>
            </a:r>
          </a:p>
        </p:txBody>
      </p:sp>
      <p:pic>
        <p:nvPicPr>
          <p:cNvPr id="7" name="Picture 6" descr="not sfae WC.JPG"/>
          <p:cNvPicPr>
            <a:picLocks noChangeAspect="1"/>
          </p:cNvPicPr>
          <p:nvPr/>
        </p:nvPicPr>
        <p:blipFill>
          <a:blip r:embed="rId3" cstate="print"/>
          <a:stretch>
            <a:fillRect/>
          </a:stretch>
        </p:blipFill>
        <p:spPr>
          <a:xfrm>
            <a:off x="5181600" y="3276600"/>
            <a:ext cx="2514600" cy="2514600"/>
          </a:xfrm>
          <a:prstGeom prst="rect">
            <a:avLst/>
          </a:prstGeom>
        </p:spPr>
      </p:pic>
      <p:sp>
        <p:nvSpPr>
          <p:cNvPr id="8" name="TextBox 7"/>
          <p:cNvSpPr txBox="1"/>
          <p:nvPr/>
        </p:nvSpPr>
        <p:spPr>
          <a:xfrm>
            <a:off x="5181600" y="5943600"/>
            <a:ext cx="2514600" cy="369332"/>
          </a:xfrm>
          <a:prstGeom prst="rect">
            <a:avLst/>
          </a:prstGeom>
          <a:noFill/>
        </p:spPr>
        <p:txBody>
          <a:bodyPr wrap="square" rtlCol="0">
            <a:spAutoFit/>
          </a:bodyPr>
          <a:lstStyle/>
          <a:p>
            <a:r>
              <a:rPr lang="en-US" dirty="0"/>
              <a:t>NOT MR safe Wheelchair</a:t>
            </a:r>
          </a:p>
        </p:txBody>
      </p:sp>
      <p:sp>
        <p:nvSpPr>
          <p:cNvPr id="9" name="TextBox 8"/>
          <p:cNvSpPr txBox="1"/>
          <p:nvPr/>
        </p:nvSpPr>
        <p:spPr>
          <a:xfrm>
            <a:off x="990600" y="6324600"/>
            <a:ext cx="7010400" cy="369332"/>
          </a:xfrm>
          <a:prstGeom prst="rect">
            <a:avLst/>
          </a:prstGeom>
          <a:noFill/>
        </p:spPr>
        <p:txBody>
          <a:bodyPr wrap="square" rtlCol="0">
            <a:spAutoFit/>
          </a:bodyPr>
          <a:lstStyle/>
          <a:p>
            <a:r>
              <a:rPr lang="en-US" dirty="0"/>
              <a:t>It may be difficult to tell the difference between safe and unsafe objects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ontel_susanandthemri_4.jpg"/>
          <p:cNvPicPr>
            <a:picLocks noChangeAspect="1"/>
          </p:cNvPicPr>
          <p:nvPr/>
        </p:nvPicPr>
        <p:blipFill rotWithShape="1">
          <a:blip r:embed="rId2" cstate="print"/>
          <a:srcRect l="285" r="28615"/>
          <a:stretch/>
        </p:blipFill>
        <p:spPr>
          <a:xfrm>
            <a:off x="2642616" y="10"/>
            <a:ext cx="6501384" cy="6857990"/>
          </a:xfrm>
          <a:prstGeom prst="rect">
            <a:avLst/>
          </a:prstGeom>
        </p:spPr>
      </p:pic>
      <p:sp>
        <p:nvSpPr>
          <p:cNvPr id="39" name="Rectangle 38">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358485" y="1122363"/>
            <a:ext cx="3017520" cy="3204134"/>
          </a:xfrm>
        </p:spPr>
        <p:txBody>
          <a:bodyPr anchor="b">
            <a:normAutofit/>
          </a:bodyPr>
          <a:lstStyle/>
          <a:p>
            <a:pPr algn="l"/>
            <a:r>
              <a:rPr lang="en-US" sz="4200" b="1">
                <a:solidFill>
                  <a:schemeClr val="bg1"/>
                </a:solidFill>
              </a:rPr>
              <a:t>Objects That Are NEVER MR Safe</a:t>
            </a:r>
          </a:p>
        </p:txBody>
      </p:sp>
      <p:sp>
        <p:nvSpPr>
          <p:cNvPr id="3" name="Subtitle 2"/>
          <p:cNvSpPr>
            <a:spLocks noGrp="1"/>
          </p:cNvSpPr>
          <p:nvPr>
            <p:ph type="subTitle" idx="1"/>
          </p:nvPr>
        </p:nvSpPr>
        <p:spPr>
          <a:xfrm>
            <a:off x="358485" y="4872922"/>
            <a:ext cx="3017519" cy="1208141"/>
          </a:xfrm>
        </p:spPr>
        <p:txBody>
          <a:bodyPr>
            <a:normAutofit/>
          </a:bodyPr>
          <a:lstStyle/>
          <a:p>
            <a:pPr algn="l">
              <a:lnSpc>
                <a:spcPct val="90000"/>
              </a:lnSpc>
            </a:pPr>
            <a:r>
              <a:rPr lang="en-US" sz="900">
                <a:solidFill>
                  <a:schemeClr val="bg1"/>
                </a:solidFill>
              </a:rPr>
              <a:t>Office chairs, hospital beds, laptops and tablet computers, staplers, paper clips, anything with rust, metal toolboxes, Canadian coins, and large belt buckles. Steel toe shoes are safe but the pull will be felt when very close to the magnet.  Mechanical devices will be destroyed if brought in to the room including analog watches and cameras with shutter mechanisms.  Silver and gold are not magnetic but their fake counterparts are.</a:t>
            </a:r>
          </a:p>
        </p:txBody>
      </p:sp>
      <p:sp>
        <p:nvSpPr>
          <p:cNvPr id="40" name="Rectangle 3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1" name="Rectangle 40">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81000"/>
            <a:ext cx="9144000" cy="1676400"/>
          </a:xfrm>
        </p:spPr>
        <p:txBody>
          <a:bodyPr/>
          <a:lstStyle/>
          <a:p>
            <a:r>
              <a:rPr lang="en-US" b="1" dirty="0"/>
              <a:t>Objects That Can Be Adversely Affected</a:t>
            </a:r>
          </a:p>
        </p:txBody>
      </p:sp>
      <p:sp>
        <p:nvSpPr>
          <p:cNvPr id="3" name="Subtitle 2"/>
          <p:cNvSpPr>
            <a:spLocks noGrp="1"/>
          </p:cNvSpPr>
          <p:nvPr>
            <p:ph type="subTitle" idx="1"/>
          </p:nvPr>
        </p:nvSpPr>
        <p:spPr>
          <a:xfrm>
            <a:off x="1447800" y="1828800"/>
            <a:ext cx="6400800" cy="1524000"/>
          </a:xfrm>
        </p:spPr>
        <p:txBody>
          <a:bodyPr>
            <a:normAutofit fontScale="70000" lnSpcReduction="20000"/>
          </a:bodyPr>
          <a:lstStyle/>
          <a:p>
            <a:r>
              <a:rPr lang="en-US" dirty="0"/>
              <a:t>The magnet erases credit cards and hotel keys, it can deprogram car remotes and keys, temporarily or permanently cause problems with cell phones when close to the magnet, attract Cell phone cameras can be used at the outside walls of the room.</a:t>
            </a:r>
          </a:p>
        </p:txBody>
      </p:sp>
      <p:pic>
        <p:nvPicPr>
          <p:cNvPr id="4" name="Picture 3" descr="Room-key.jpg"/>
          <p:cNvPicPr>
            <a:picLocks noChangeAspect="1"/>
          </p:cNvPicPr>
          <p:nvPr/>
        </p:nvPicPr>
        <p:blipFill>
          <a:blip r:embed="rId2" cstate="print"/>
          <a:stretch>
            <a:fillRect/>
          </a:stretch>
        </p:blipFill>
        <p:spPr>
          <a:xfrm>
            <a:off x="2057400" y="4022725"/>
            <a:ext cx="2819400" cy="1997075"/>
          </a:xfrm>
          <a:prstGeom prst="rect">
            <a:avLst/>
          </a:prstGeom>
        </p:spPr>
      </p:pic>
      <p:pic>
        <p:nvPicPr>
          <p:cNvPr id="5" name="Picture 4" descr="img-thing.jpg"/>
          <p:cNvPicPr>
            <a:picLocks noChangeAspect="1"/>
          </p:cNvPicPr>
          <p:nvPr/>
        </p:nvPicPr>
        <p:blipFill>
          <a:blip r:embed="rId3" cstate="print"/>
          <a:srcRect l="30555" r="41667" b="2778"/>
          <a:stretch>
            <a:fillRect/>
          </a:stretch>
        </p:blipFill>
        <p:spPr>
          <a:xfrm>
            <a:off x="5791200" y="3352800"/>
            <a:ext cx="762000" cy="2667000"/>
          </a:xfrm>
          <a:prstGeom prst="rect">
            <a:avLst/>
          </a:prstGeom>
        </p:spPr>
      </p:pic>
      <p:sp>
        <p:nvSpPr>
          <p:cNvPr id="6" name="Rectangle 5"/>
          <p:cNvSpPr/>
          <p:nvPr/>
        </p:nvSpPr>
        <p:spPr>
          <a:xfrm rot="246436">
            <a:off x="5637403" y="6020188"/>
            <a:ext cx="1066800" cy="3800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rot="20901264">
            <a:off x="5968187" y="5942837"/>
            <a:ext cx="1066800" cy="4096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562600" y="4114800"/>
            <a:ext cx="304800" cy="1524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rot="1321950">
            <a:off x="5451503" y="5518528"/>
            <a:ext cx="304800" cy="685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rot="160338">
            <a:off x="5656440" y="4805515"/>
            <a:ext cx="228600" cy="762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rot="20851503">
            <a:off x="5668697" y="4519950"/>
            <a:ext cx="200949" cy="2987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477000" y="3429000"/>
            <a:ext cx="228600" cy="838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1946764">
            <a:off x="6460263" y="4194948"/>
            <a:ext cx="415062" cy="1655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457200"/>
            <a:ext cx="7772400" cy="1470025"/>
          </a:xfrm>
        </p:spPr>
        <p:txBody>
          <a:bodyPr>
            <a:normAutofit/>
          </a:bodyPr>
          <a:lstStyle/>
          <a:p>
            <a:r>
              <a:rPr lang="en-US" b="1" dirty="0"/>
              <a:t>How Might This Affect The Human Body?</a:t>
            </a:r>
            <a:endParaRPr lang="en-US" dirty="0"/>
          </a:p>
        </p:txBody>
      </p:sp>
      <p:sp>
        <p:nvSpPr>
          <p:cNvPr id="3" name="Subtitle 2"/>
          <p:cNvSpPr>
            <a:spLocks noGrp="1"/>
          </p:cNvSpPr>
          <p:nvPr>
            <p:ph type="subTitle" idx="1"/>
          </p:nvPr>
        </p:nvSpPr>
        <p:spPr>
          <a:xfrm>
            <a:off x="533400" y="1828800"/>
            <a:ext cx="8153400" cy="1752600"/>
          </a:xfrm>
        </p:spPr>
        <p:txBody>
          <a:bodyPr>
            <a:normAutofit fontScale="47500" lnSpcReduction="20000"/>
          </a:bodyPr>
          <a:lstStyle/>
          <a:p>
            <a:r>
              <a:rPr lang="en-US" dirty="0"/>
              <a:t>If you have an implant of any kind (i.e. aneurism clip, metal screws, pacemaker, etc) you must first check with your doctor before working on an MRI machine.  If you have worked around a metal shop you may have metal imbedded in your body.  You can be checked for this before working on an MRI by your doctor.  Other affects could come from the human physiology reacting to the strong magnetic field.  You may experience phosphenes or lights brought on by stimulation of the visual portion of your brain.  You could also experience nausea or dizziness from the inner ear reacting with the magnetic field.  If you do experience any of these, leave the magnet room and the feelings should pass.  Others have had a metallic taste in their mouth while working inside the bore of the magnet.</a:t>
            </a:r>
          </a:p>
          <a:p>
            <a:endParaRPr lang="en-US" dirty="0"/>
          </a:p>
        </p:txBody>
      </p:sp>
      <p:pic>
        <p:nvPicPr>
          <p:cNvPr id="4" name="Picture 3" descr="dizzy.png"/>
          <p:cNvPicPr>
            <a:picLocks noChangeAspect="1"/>
          </p:cNvPicPr>
          <p:nvPr/>
        </p:nvPicPr>
        <p:blipFill>
          <a:blip r:embed="rId2" cstate="print"/>
          <a:stretch>
            <a:fillRect/>
          </a:stretch>
        </p:blipFill>
        <p:spPr>
          <a:xfrm>
            <a:off x="1981200" y="3581400"/>
            <a:ext cx="1764727" cy="2971799"/>
          </a:xfrm>
          <a:prstGeom prst="rect">
            <a:avLst/>
          </a:prstGeom>
        </p:spPr>
      </p:pic>
      <p:pic>
        <p:nvPicPr>
          <p:cNvPr id="5" name="Picture 4" descr="7576104-md.jpg"/>
          <p:cNvPicPr>
            <a:picLocks noChangeAspect="1"/>
          </p:cNvPicPr>
          <p:nvPr/>
        </p:nvPicPr>
        <p:blipFill>
          <a:blip r:embed="rId3" cstate="print"/>
          <a:stretch>
            <a:fillRect/>
          </a:stretch>
        </p:blipFill>
        <p:spPr>
          <a:xfrm>
            <a:off x="5181600" y="3505200"/>
            <a:ext cx="2413814" cy="310246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04800"/>
            <a:ext cx="8686800" cy="1009650"/>
          </a:xfrm>
        </p:spPr>
        <p:txBody>
          <a:bodyPr>
            <a:normAutofit/>
          </a:bodyPr>
          <a:lstStyle/>
          <a:p>
            <a:r>
              <a:rPr lang="en-US" b="1" dirty="0"/>
              <a:t>Liquid Helium and Cryogen concerns</a:t>
            </a:r>
            <a:endParaRPr lang="en-US" dirty="0"/>
          </a:p>
        </p:txBody>
      </p:sp>
      <p:sp>
        <p:nvSpPr>
          <p:cNvPr id="3" name="Subtitle 2"/>
          <p:cNvSpPr>
            <a:spLocks noGrp="1"/>
          </p:cNvSpPr>
          <p:nvPr>
            <p:ph type="subTitle" idx="1"/>
          </p:nvPr>
        </p:nvSpPr>
        <p:spPr>
          <a:xfrm>
            <a:off x="3124200" y="1295400"/>
            <a:ext cx="5791200" cy="5562600"/>
          </a:xfrm>
        </p:spPr>
        <p:txBody>
          <a:bodyPr>
            <a:normAutofit fontScale="85000" lnSpcReduction="20000"/>
          </a:bodyPr>
          <a:lstStyle/>
          <a:p>
            <a:r>
              <a:rPr lang="en-US" dirty="0"/>
              <a:t>Modern MRI superconducting magnets use liquid helium to cool the main winding.  Helium becomes liquid at 4.22K or -268.93°C or -452.07°F.  At this temperature, there is no resistance in the main coil wire and current is allowed to flow freely without an external source of current.  The main issue working with things this cold is contact with your skin.  Your skin will be “burned” by the cold after only a few milliseconds of exposure.  Cryogen burns cause blisters and potential permanent skin and tissue damage.  To prevent this, we wear welding gloves and other protective gear.</a:t>
            </a:r>
          </a:p>
        </p:txBody>
      </p:sp>
      <p:pic>
        <p:nvPicPr>
          <p:cNvPr id="4" name="Picture 3" descr="105668-004-D2B8F7DA.gif"/>
          <p:cNvPicPr>
            <a:picLocks noChangeAspect="1"/>
          </p:cNvPicPr>
          <p:nvPr/>
        </p:nvPicPr>
        <p:blipFill>
          <a:blip r:embed="rId2" cstate="print"/>
          <a:stretch>
            <a:fillRect/>
          </a:stretch>
        </p:blipFill>
        <p:spPr>
          <a:xfrm>
            <a:off x="304800" y="1295400"/>
            <a:ext cx="2843492" cy="5334000"/>
          </a:xfrm>
          <a:prstGeom prst="rect">
            <a:avLst/>
          </a:prstGeom>
        </p:spPr>
      </p:pic>
      <p:sp>
        <p:nvSpPr>
          <p:cNvPr id="5" name="Rectangle 4"/>
          <p:cNvSpPr/>
          <p:nvPr/>
        </p:nvSpPr>
        <p:spPr>
          <a:xfrm>
            <a:off x="76200" y="6477000"/>
            <a:ext cx="33528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457200"/>
            <a:ext cx="8305800" cy="2209800"/>
          </a:xfrm>
          <a:ln w="19050">
            <a:solidFill>
              <a:srgbClr val="FF0000"/>
            </a:solidFill>
          </a:ln>
        </p:spPr>
        <p:txBody>
          <a:bodyPr>
            <a:normAutofit fontScale="92500" lnSpcReduction="20000"/>
          </a:bodyPr>
          <a:lstStyle/>
          <a:p>
            <a:r>
              <a:rPr lang="en-US">
                <a:solidFill>
                  <a:schemeClr val="tx1"/>
                </a:solidFill>
              </a:rPr>
              <a:t>Helium/Frost Burns</a:t>
            </a:r>
          </a:p>
          <a:p>
            <a:r>
              <a:rPr lang="en-US">
                <a:solidFill>
                  <a:schemeClr val="tx1"/>
                </a:solidFill>
              </a:rPr>
              <a:t>Engineer was wearing light weight cotton gloves when fill port was opened under pressure. </a:t>
            </a:r>
          </a:p>
          <a:p>
            <a:r>
              <a:rPr lang="en-US">
                <a:solidFill>
                  <a:schemeClr val="tx1"/>
                </a:solidFill>
              </a:rPr>
              <a:t>Port vented liquid and gaseous helium.</a:t>
            </a:r>
          </a:p>
          <a:p>
            <a:r>
              <a:rPr lang="en-US" b="1">
                <a:solidFill>
                  <a:srgbClr val="FF0000"/>
                </a:solidFill>
              </a:rPr>
              <a:t>Always wear heavy leather gloves and face shield.</a:t>
            </a:r>
            <a:endParaRPr lang="en-US" b="1" dirty="0">
              <a:solidFill>
                <a:srgbClr val="FF0000"/>
              </a:solidFill>
            </a:endParaRPr>
          </a:p>
        </p:txBody>
      </p:sp>
      <p:pic>
        <p:nvPicPr>
          <p:cNvPr id="4" name="Picture 3" descr="MRI Helium Burns  01.jpg"/>
          <p:cNvPicPr>
            <a:picLocks noChangeAspect="1"/>
          </p:cNvPicPr>
          <p:nvPr/>
        </p:nvPicPr>
        <p:blipFill>
          <a:blip r:embed="rId2" cstate="print"/>
          <a:srcRect l="13951" t="12458" r="10714" b="12791"/>
          <a:stretch>
            <a:fillRect/>
          </a:stretch>
        </p:blipFill>
        <p:spPr>
          <a:xfrm>
            <a:off x="533400" y="3124200"/>
            <a:ext cx="2209800" cy="1473200"/>
          </a:xfrm>
          <a:prstGeom prst="rect">
            <a:avLst/>
          </a:prstGeom>
        </p:spPr>
      </p:pic>
      <p:pic>
        <p:nvPicPr>
          <p:cNvPr id="5" name="Picture 4" descr="MRI Helium Burns  02.jpg"/>
          <p:cNvPicPr>
            <a:picLocks noChangeAspect="1"/>
          </p:cNvPicPr>
          <p:nvPr/>
        </p:nvPicPr>
        <p:blipFill>
          <a:blip r:embed="rId3" cstate="print"/>
          <a:srcRect l="13333" t="11429" r="9223" b="14850"/>
          <a:stretch>
            <a:fillRect/>
          </a:stretch>
        </p:blipFill>
        <p:spPr>
          <a:xfrm>
            <a:off x="1893921" y="5010306"/>
            <a:ext cx="2353127" cy="1542893"/>
          </a:xfrm>
          <a:prstGeom prst="rect">
            <a:avLst/>
          </a:prstGeom>
        </p:spPr>
      </p:pic>
      <p:pic>
        <p:nvPicPr>
          <p:cNvPr id="6" name="Picture 5" descr="MRI Helium Burns  04.jpg"/>
          <p:cNvPicPr>
            <a:picLocks noChangeAspect="1"/>
          </p:cNvPicPr>
          <p:nvPr/>
        </p:nvPicPr>
        <p:blipFill>
          <a:blip r:embed="rId4" cstate="print"/>
          <a:srcRect l="13705" t="10675" r="11693" b="13705"/>
          <a:stretch>
            <a:fillRect/>
          </a:stretch>
        </p:blipFill>
        <p:spPr>
          <a:xfrm>
            <a:off x="3505634" y="3090822"/>
            <a:ext cx="2177249" cy="1481177"/>
          </a:xfrm>
          <a:prstGeom prst="rect">
            <a:avLst/>
          </a:prstGeom>
        </p:spPr>
      </p:pic>
      <p:pic>
        <p:nvPicPr>
          <p:cNvPr id="7" name="Picture 6" descr="MRI Helium Burns  05.jpg"/>
          <p:cNvPicPr>
            <a:picLocks noChangeAspect="1"/>
          </p:cNvPicPr>
          <p:nvPr/>
        </p:nvPicPr>
        <p:blipFill>
          <a:blip r:embed="rId5" cstate="print"/>
          <a:stretch>
            <a:fillRect/>
          </a:stretch>
        </p:blipFill>
        <p:spPr>
          <a:xfrm>
            <a:off x="6553200" y="3124200"/>
            <a:ext cx="2057400" cy="1409438"/>
          </a:xfrm>
          <a:prstGeom prst="rect">
            <a:avLst/>
          </a:prstGeom>
        </p:spPr>
      </p:pic>
      <p:pic>
        <p:nvPicPr>
          <p:cNvPr id="9" name="Picture 8" descr="MRI Helium Burns  03.jpg"/>
          <p:cNvPicPr>
            <a:picLocks noChangeAspect="1"/>
          </p:cNvPicPr>
          <p:nvPr/>
        </p:nvPicPr>
        <p:blipFill>
          <a:blip r:embed="rId6" cstate="print"/>
          <a:stretch>
            <a:fillRect/>
          </a:stretch>
        </p:blipFill>
        <p:spPr>
          <a:xfrm>
            <a:off x="5105399" y="4952999"/>
            <a:ext cx="2362201" cy="162741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 y="533400"/>
            <a:ext cx="8382000" cy="1752600"/>
          </a:xfrm>
        </p:spPr>
        <p:txBody>
          <a:bodyPr>
            <a:normAutofit fontScale="70000" lnSpcReduction="20000"/>
          </a:bodyPr>
          <a:lstStyle/>
          <a:p>
            <a:r>
              <a:rPr lang="en-US" dirty="0"/>
              <a:t>While performing certain duties, you may see liquid forming and dripping off of pipes and other metal components.  This is NOT helium.  It will be other atmospheric gasses that have liquefied, such as Nitrogen and Oxygen.  They will be extremely cold also and can cause burns but more importantly the Oxygen will be flammable.  Avoid these areas with open flames and sparks. </a:t>
            </a:r>
          </a:p>
        </p:txBody>
      </p:sp>
      <p:pic>
        <p:nvPicPr>
          <p:cNvPr id="4" name="Picture 3" descr="HeFill_09.JPG"/>
          <p:cNvPicPr>
            <a:picLocks noChangeAspect="1"/>
          </p:cNvPicPr>
          <p:nvPr/>
        </p:nvPicPr>
        <p:blipFill>
          <a:blip r:embed="rId2" cstate="print"/>
          <a:stretch>
            <a:fillRect/>
          </a:stretch>
        </p:blipFill>
        <p:spPr>
          <a:xfrm>
            <a:off x="2133600" y="2362200"/>
            <a:ext cx="4978400" cy="3733800"/>
          </a:xfrm>
          <a:prstGeom prst="rect">
            <a:avLst/>
          </a:prstGeom>
        </p:spPr>
      </p:pic>
      <p:sp>
        <p:nvSpPr>
          <p:cNvPr id="5" name="Rectangle 4"/>
          <p:cNvSpPr/>
          <p:nvPr/>
        </p:nvSpPr>
        <p:spPr>
          <a:xfrm>
            <a:off x="3581400" y="4495800"/>
            <a:ext cx="1295400" cy="533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a:endCxn id="5" idx="2"/>
          </p:cNvCxnSpPr>
          <p:nvPr/>
        </p:nvCxnSpPr>
        <p:spPr>
          <a:xfrm flipH="1" flipV="1">
            <a:off x="4229100" y="5029200"/>
            <a:ext cx="2247900" cy="14478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477000" y="6211669"/>
            <a:ext cx="1905000" cy="646331"/>
          </a:xfrm>
          <a:prstGeom prst="rect">
            <a:avLst/>
          </a:prstGeom>
          <a:noFill/>
        </p:spPr>
        <p:txBody>
          <a:bodyPr wrap="square" rtlCol="0">
            <a:spAutoFit/>
          </a:bodyPr>
          <a:lstStyle/>
          <a:p>
            <a:r>
              <a:rPr lang="en-US" dirty="0">
                <a:solidFill>
                  <a:srgbClr val="FF0000"/>
                </a:solidFill>
              </a:rPr>
              <a:t>Liquid Oxygen and Nitrogen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a:bodyPr>
          <a:lstStyle/>
          <a:p>
            <a:r>
              <a:rPr lang="en-US" b="1" dirty="0"/>
              <a:t>Asphyxiation</a:t>
            </a:r>
          </a:p>
        </p:txBody>
      </p:sp>
      <p:sp>
        <p:nvSpPr>
          <p:cNvPr id="3" name="Content Placeholder 2"/>
          <p:cNvSpPr>
            <a:spLocks noGrp="1"/>
          </p:cNvSpPr>
          <p:nvPr>
            <p:ph idx="1"/>
          </p:nvPr>
        </p:nvSpPr>
        <p:spPr>
          <a:xfrm>
            <a:off x="457200" y="1066800"/>
            <a:ext cx="8229600" cy="1676400"/>
          </a:xfrm>
        </p:spPr>
        <p:txBody>
          <a:bodyPr>
            <a:normAutofit fontScale="62500" lnSpcReduction="20000"/>
          </a:bodyPr>
          <a:lstStyle/>
          <a:p>
            <a:pPr marL="0" indent="0" algn="ctr">
              <a:buNone/>
            </a:pPr>
            <a:r>
              <a:rPr lang="en-US" dirty="0"/>
              <a:t>Helium is lighter than air, however if there isn’t adequate ventilation in the area you’re working in, it can fill from the top down.  If cooling a magnet down, you have the possible exposure to Nitrogen.  Nitrogen gas is heavier than air and fills a room from the bottom up.  If you lose consciousness from Nitrogen you will fall into a higher concentration of Nitrogen.  If no one is around to pull you out you won’t be able to get any oxygen and die.</a:t>
            </a:r>
          </a:p>
        </p:txBody>
      </p:sp>
      <p:pic>
        <p:nvPicPr>
          <p:cNvPr id="4" name="Picture 3" descr="198.JPG"/>
          <p:cNvPicPr>
            <a:picLocks noChangeAspect="1"/>
          </p:cNvPicPr>
          <p:nvPr/>
        </p:nvPicPr>
        <p:blipFill>
          <a:blip r:embed="rId2" cstate="print"/>
          <a:stretch>
            <a:fillRect/>
          </a:stretch>
        </p:blipFill>
        <p:spPr>
          <a:xfrm>
            <a:off x="914399" y="2797027"/>
            <a:ext cx="5486401" cy="3832373"/>
          </a:xfrm>
          <a:prstGeom prst="rect">
            <a:avLst/>
          </a:prstGeom>
        </p:spPr>
      </p:pic>
      <p:sp>
        <p:nvSpPr>
          <p:cNvPr id="5" name="TextBox 4"/>
          <p:cNvSpPr txBox="1"/>
          <p:nvPr/>
        </p:nvSpPr>
        <p:spPr>
          <a:xfrm>
            <a:off x="6705600" y="2971800"/>
            <a:ext cx="1752600" cy="523220"/>
          </a:xfrm>
          <a:prstGeom prst="rect">
            <a:avLst/>
          </a:prstGeom>
          <a:noFill/>
        </p:spPr>
        <p:txBody>
          <a:bodyPr wrap="square" rtlCol="0">
            <a:spAutoFit/>
          </a:bodyPr>
          <a:lstStyle/>
          <a:p>
            <a:r>
              <a:rPr lang="en-US" sz="2800" dirty="0">
                <a:solidFill>
                  <a:srgbClr val="FF0000"/>
                </a:solidFill>
              </a:rPr>
              <a:t>Helium</a:t>
            </a:r>
          </a:p>
        </p:txBody>
      </p:sp>
      <p:sp>
        <p:nvSpPr>
          <p:cNvPr id="6" name="TextBox 5"/>
          <p:cNvSpPr txBox="1"/>
          <p:nvPr/>
        </p:nvSpPr>
        <p:spPr>
          <a:xfrm>
            <a:off x="6781800" y="6019800"/>
            <a:ext cx="1752600" cy="523220"/>
          </a:xfrm>
          <a:prstGeom prst="rect">
            <a:avLst/>
          </a:prstGeom>
          <a:noFill/>
        </p:spPr>
        <p:txBody>
          <a:bodyPr wrap="square" rtlCol="0">
            <a:spAutoFit/>
          </a:bodyPr>
          <a:lstStyle/>
          <a:p>
            <a:r>
              <a:rPr lang="en-US" sz="2800" dirty="0">
                <a:solidFill>
                  <a:srgbClr val="FF0000"/>
                </a:solidFill>
              </a:rPr>
              <a:t>Nitrogen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52400"/>
            <a:ext cx="9144000" cy="707886"/>
          </a:xfrm>
          <a:prstGeom prst="rect">
            <a:avLst/>
          </a:prstGeom>
        </p:spPr>
        <p:txBody>
          <a:bodyPr wrap="square">
            <a:spAutoFit/>
          </a:bodyPr>
          <a:lstStyle/>
          <a:p>
            <a:pPr algn="ctr"/>
            <a:r>
              <a:rPr lang="en-US" sz="4000" b="1" dirty="0"/>
              <a:t>Effects of Oxygen-deficient Atmosphere</a:t>
            </a:r>
          </a:p>
        </p:txBody>
      </p:sp>
      <p:sp>
        <p:nvSpPr>
          <p:cNvPr id="3" name="Rectangle 2"/>
          <p:cNvSpPr/>
          <p:nvPr/>
        </p:nvSpPr>
        <p:spPr>
          <a:xfrm>
            <a:off x="906087" y="2514600"/>
            <a:ext cx="1690078" cy="369332"/>
          </a:xfrm>
          <a:prstGeom prst="rect">
            <a:avLst/>
          </a:prstGeom>
        </p:spPr>
        <p:txBody>
          <a:bodyPr wrap="none">
            <a:spAutoFit/>
          </a:bodyPr>
          <a:lstStyle/>
          <a:p>
            <a:r>
              <a:rPr lang="en-US" dirty="0"/>
              <a:t>12-16%  Oxygen</a:t>
            </a:r>
          </a:p>
        </p:txBody>
      </p:sp>
      <p:sp>
        <p:nvSpPr>
          <p:cNvPr id="5" name="Rectangle 4"/>
          <p:cNvSpPr/>
          <p:nvPr/>
        </p:nvSpPr>
        <p:spPr>
          <a:xfrm>
            <a:off x="3657600" y="2514600"/>
            <a:ext cx="4572000" cy="646331"/>
          </a:xfrm>
          <a:prstGeom prst="rect">
            <a:avLst/>
          </a:prstGeom>
        </p:spPr>
        <p:txBody>
          <a:bodyPr>
            <a:spAutoFit/>
          </a:bodyPr>
          <a:lstStyle/>
          <a:p>
            <a:r>
              <a:rPr lang="en-US" dirty="0"/>
              <a:t>Breathing and pulse rate increased, muscular coordination slightly disturbed</a:t>
            </a:r>
          </a:p>
        </p:txBody>
      </p:sp>
      <p:sp>
        <p:nvSpPr>
          <p:cNvPr id="6" name="Rectangle 5"/>
          <p:cNvSpPr/>
          <p:nvPr/>
        </p:nvSpPr>
        <p:spPr>
          <a:xfrm>
            <a:off x="910673" y="3440668"/>
            <a:ext cx="1690078" cy="369332"/>
          </a:xfrm>
          <a:prstGeom prst="rect">
            <a:avLst/>
          </a:prstGeom>
        </p:spPr>
        <p:txBody>
          <a:bodyPr wrap="none">
            <a:spAutoFit/>
          </a:bodyPr>
          <a:lstStyle/>
          <a:p>
            <a:r>
              <a:rPr lang="fr-FR" dirty="0"/>
              <a:t>10-14%  Oxygen</a:t>
            </a:r>
            <a:endParaRPr lang="en-US" dirty="0"/>
          </a:p>
        </p:txBody>
      </p:sp>
      <p:sp>
        <p:nvSpPr>
          <p:cNvPr id="7" name="Rectangle 6"/>
          <p:cNvSpPr/>
          <p:nvPr/>
        </p:nvSpPr>
        <p:spPr>
          <a:xfrm>
            <a:off x="939339" y="4267200"/>
            <a:ext cx="1678858" cy="369332"/>
          </a:xfrm>
          <a:prstGeom prst="rect">
            <a:avLst/>
          </a:prstGeom>
        </p:spPr>
        <p:txBody>
          <a:bodyPr wrap="none">
            <a:spAutoFit/>
          </a:bodyPr>
          <a:lstStyle/>
          <a:p>
            <a:r>
              <a:rPr lang="en-US" dirty="0"/>
              <a:t>6-10%    Oxygen</a:t>
            </a:r>
          </a:p>
        </p:txBody>
      </p:sp>
      <p:sp>
        <p:nvSpPr>
          <p:cNvPr id="8" name="Rectangle 7"/>
          <p:cNvSpPr/>
          <p:nvPr/>
        </p:nvSpPr>
        <p:spPr>
          <a:xfrm>
            <a:off x="939339" y="5105400"/>
            <a:ext cx="1555939" cy="369332"/>
          </a:xfrm>
          <a:prstGeom prst="rect">
            <a:avLst/>
          </a:prstGeom>
        </p:spPr>
        <p:txBody>
          <a:bodyPr wrap="none">
            <a:spAutoFit/>
          </a:bodyPr>
          <a:lstStyle/>
          <a:p>
            <a:r>
              <a:rPr lang="en-US" dirty="0"/>
              <a:t> 6% and below</a:t>
            </a:r>
          </a:p>
        </p:txBody>
      </p:sp>
      <p:sp>
        <p:nvSpPr>
          <p:cNvPr id="13" name="TextBox 12"/>
          <p:cNvSpPr txBox="1"/>
          <p:nvPr/>
        </p:nvSpPr>
        <p:spPr>
          <a:xfrm>
            <a:off x="3657600" y="3468469"/>
            <a:ext cx="4038600" cy="646331"/>
          </a:xfrm>
          <a:prstGeom prst="rect">
            <a:avLst/>
          </a:prstGeom>
          <a:noFill/>
        </p:spPr>
        <p:txBody>
          <a:bodyPr wrap="square" rtlCol="0">
            <a:spAutoFit/>
          </a:bodyPr>
          <a:lstStyle/>
          <a:p>
            <a:r>
              <a:rPr lang="en-US" dirty="0"/>
              <a:t>Emotionally upset, abnormally fatigued and /or disturbed respiration  </a:t>
            </a:r>
          </a:p>
        </p:txBody>
      </p:sp>
      <p:sp>
        <p:nvSpPr>
          <p:cNvPr id="15" name="TextBox 14"/>
          <p:cNvSpPr txBox="1"/>
          <p:nvPr/>
        </p:nvSpPr>
        <p:spPr>
          <a:xfrm>
            <a:off x="3657600" y="4419600"/>
            <a:ext cx="4572000" cy="646331"/>
          </a:xfrm>
          <a:prstGeom prst="rect">
            <a:avLst/>
          </a:prstGeom>
          <a:noFill/>
        </p:spPr>
        <p:txBody>
          <a:bodyPr wrap="square" rtlCol="0">
            <a:spAutoFit/>
          </a:bodyPr>
          <a:lstStyle/>
          <a:p>
            <a:r>
              <a:rPr lang="en-US" dirty="0"/>
              <a:t>Nausea and vomiting, collapse or loss of consciousness</a:t>
            </a:r>
          </a:p>
        </p:txBody>
      </p:sp>
      <p:sp>
        <p:nvSpPr>
          <p:cNvPr id="17" name="TextBox 16"/>
          <p:cNvSpPr txBox="1"/>
          <p:nvPr/>
        </p:nvSpPr>
        <p:spPr>
          <a:xfrm>
            <a:off x="3657600" y="5144869"/>
            <a:ext cx="5181600" cy="646331"/>
          </a:xfrm>
          <a:prstGeom prst="rect">
            <a:avLst/>
          </a:prstGeom>
          <a:noFill/>
        </p:spPr>
        <p:txBody>
          <a:bodyPr wrap="square" rtlCol="0">
            <a:spAutoFit/>
          </a:bodyPr>
          <a:lstStyle/>
          <a:p>
            <a:r>
              <a:rPr lang="en-US" dirty="0"/>
              <a:t>Convulsive movements, possible respiratory collapse  and death</a:t>
            </a:r>
          </a:p>
        </p:txBody>
      </p:sp>
      <p:sp>
        <p:nvSpPr>
          <p:cNvPr id="11" name="Rectangle 10"/>
          <p:cNvSpPr/>
          <p:nvPr/>
        </p:nvSpPr>
        <p:spPr>
          <a:xfrm>
            <a:off x="914400" y="1143000"/>
            <a:ext cx="1864806" cy="369332"/>
          </a:xfrm>
          <a:prstGeom prst="rect">
            <a:avLst/>
          </a:prstGeom>
        </p:spPr>
        <p:txBody>
          <a:bodyPr wrap="none">
            <a:spAutoFit/>
          </a:bodyPr>
          <a:lstStyle/>
          <a:p>
            <a:r>
              <a:rPr lang="en-US" dirty="0"/>
              <a:t>19.5-21%  Oxygen</a:t>
            </a:r>
          </a:p>
        </p:txBody>
      </p:sp>
      <p:sp>
        <p:nvSpPr>
          <p:cNvPr id="12" name="TextBox 11"/>
          <p:cNvSpPr txBox="1"/>
          <p:nvPr/>
        </p:nvSpPr>
        <p:spPr>
          <a:xfrm>
            <a:off x="3657600" y="1143000"/>
            <a:ext cx="4572000" cy="646331"/>
          </a:xfrm>
          <a:prstGeom prst="rect">
            <a:avLst/>
          </a:prstGeom>
          <a:noFill/>
        </p:spPr>
        <p:txBody>
          <a:bodyPr wrap="square" rtlCol="0">
            <a:spAutoFit/>
          </a:bodyPr>
          <a:lstStyle/>
          <a:p>
            <a:r>
              <a:rPr lang="en-US" dirty="0"/>
              <a:t>Normal oxygen levels in the air we breath, normal body functions</a:t>
            </a:r>
          </a:p>
        </p:txBody>
      </p:sp>
      <p:sp>
        <p:nvSpPr>
          <p:cNvPr id="14" name="TextBox 13"/>
          <p:cNvSpPr txBox="1"/>
          <p:nvPr/>
        </p:nvSpPr>
        <p:spPr>
          <a:xfrm>
            <a:off x="3657600" y="1828800"/>
            <a:ext cx="4572000" cy="646331"/>
          </a:xfrm>
          <a:prstGeom prst="rect">
            <a:avLst/>
          </a:prstGeom>
          <a:noFill/>
        </p:spPr>
        <p:txBody>
          <a:bodyPr wrap="square" rtlCol="0">
            <a:spAutoFit/>
          </a:bodyPr>
          <a:lstStyle/>
          <a:p>
            <a:r>
              <a:rPr lang="en-US" dirty="0"/>
              <a:t>Air is becoming oxygen-deficient, individual may or may not have noticeable symptoms</a:t>
            </a:r>
          </a:p>
        </p:txBody>
      </p:sp>
      <p:sp>
        <p:nvSpPr>
          <p:cNvPr id="16" name="Rectangle 15"/>
          <p:cNvSpPr/>
          <p:nvPr/>
        </p:nvSpPr>
        <p:spPr>
          <a:xfrm>
            <a:off x="914400" y="1840468"/>
            <a:ext cx="1690078" cy="369332"/>
          </a:xfrm>
          <a:prstGeom prst="rect">
            <a:avLst/>
          </a:prstGeom>
        </p:spPr>
        <p:txBody>
          <a:bodyPr wrap="none">
            <a:spAutoFit/>
          </a:bodyPr>
          <a:lstStyle/>
          <a:p>
            <a:r>
              <a:rPr lang="en-US" dirty="0"/>
              <a:t>16-19%  Oxygen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1066800"/>
            <a:ext cx="8839200" cy="2308324"/>
          </a:xfrm>
          <a:prstGeom prst="rect">
            <a:avLst/>
          </a:prstGeom>
          <a:noFill/>
        </p:spPr>
        <p:txBody>
          <a:bodyPr wrap="square" rtlCol="0">
            <a:spAutoFit/>
          </a:bodyPr>
          <a:lstStyle/>
          <a:p>
            <a:pPr algn="ctr"/>
            <a:r>
              <a:rPr lang="en-US" dirty="0"/>
              <a:t>The Quenching of a magnet can be intentional and unintentional. When a magnet quenches it can be a violent and dangerous.  Taking a few precautions up front can reduce the dangers.  Before working on a magnet, it’s a good idea to prop the door open with something heavy like a wooden chair or placing a plastic garbage can in the door jam.  In a typical quench, the magnet will release its magnetic field and boil all of the helium into gas which is released through the vent stack at the top of the magnet.  The helium will vent into the atmosphere and be totally harmless. The following video is a good example of a routine Quench. </a:t>
            </a:r>
            <a:r>
              <a:rPr lang="en-US" dirty="0">
                <a:hlinkClick r:id="rId2"/>
              </a:rPr>
              <a:t>http://www.youtube.com/watch?v=9SOUJP5dFEg</a:t>
            </a:r>
            <a:endParaRPr lang="en-US" dirty="0"/>
          </a:p>
        </p:txBody>
      </p:sp>
      <p:sp>
        <p:nvSpPr>
          <p:cNvPr id="3" name="TextBox 2"/>
          <p:cNvSpPr txBox="1"/>
          <p:nvPr/>
        </p:nvSpPr>
        <p:spPr>
          <a:xfrm>
            <a:off x="2971800" y="304800"/>
            <a:ext cx="3200400" cy="769441"/>
          </a:xfrm>
          <a:prstGeom prst="rect">
            <a:avLst/>
          </a:prstGeom>
          <a:noFill/>
        </p:spPr>
        <p:txBody>
          <a:bodyPr wrap="square" rtlCol="0">
            <a:spAutoFit/>
          </a:bodyPr>
          <a:lstStyle/>
          <a:p>
            <a:pPr algn="ctr"/>
            <a:r>
              <a:rPr lang="en-US" sz="4400" b="1" dirty="0"/>
              <a:t>The Quench</a:t>
            </a:r>
          </a:p>
        </p:txBody>
      </p:sp>
      <p:pic>
        <p:nvPicPr>
          <p:cNvPr id="4" name="Picture 3" descr="hqdefault.jpg"/>
          <p:cNvPicPr>
            <a:picLocks noChangeAspect="1"/>
          </p:cNvPicPr>
          <p:nvPr/>
        </p:nvPicPr>
        <p:blipFill>
          <a:blip r:embed="rId3" cstate="print"/>
          <a:stretch>
            <a:fillRect/>
          </a:stretch>
        </p:blipFill>
        <p:spPr>
          <a:xfrm>
            <a:off x="2438400" y="3448050"/>
            <a:ext cx="4343400" cy="32575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18"/>
          <p:cNvGrpSpPr/>
          <p:nvPr/>
        </p:nvGrpSpPr>
        <p:grpSpPr>
          <a:xfrm>
            <a:off x="762000" y="3276600"/>
            <a:ext cx="1752600" cy="1219200"/>
            <a:chOff x="762000" y="2743200"/>
            <a:chExt cx="1752600" cy="1219200"/>
          </a:xfrm>
          <a:solidFill>
            <a:schemeClr val="accent6">
              <a:lumMod val="20000"/>
              <a:lumOff val="80000"/>
            </a:schemeClr>
          </a:solidFill>
        </p:grpSpPr>
        <p:sp>
          <p:nvSpPr>
            <p:cNvPr id="2" name="Cube 1"/>
            <p:cNvSpPr/>
            <p:nvPr/>
          </p:nvSpPr>
          <p:spPr>
            <a:xfrm>
              <a:off x="762000" y="2743200"/>
              <a:ext cx="1752600" cy="1219200"/>
            </a:xfrm>
            <a:prstGeom prst="cube">
              <a:avLst/>
            </a:prstGeom>
            <a:grp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p:nvCxnSpPr>
          <p:spPr>
            <a:xfrm flipH="1">
              <a:off x="762000" y="3657600"/>
              <a:ext cx="304800" cy="304800"/>
            </a:xfrm>
            <a:prstGeom prst="line">
              <a:avLst/>
            </a:prstGeom>
            <a:grpFill/>
            <a:ln w="28575">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066800" y="2743200"/>
              <a:ext cx="0" cy="914400"/>
            </a:xfrm>
            <a:prstGeom prst="line">
              <a:avLst/>
            </a:prstGeom>
            <a:grpFill/>
            <a:ln w="28575">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1066800" y="3657600"/>
              <a:ext cx="1447800" cy="0"/>
            </a:xfrm>
            <a:prstGeom prst="line">
              <a:avLst/>
            </a:prstGeom>
            <a:grpFill/>
            <a:ln w="28575">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grpSp>
      <p:sp>
        <p:nvSpPr>
          <p:cNvPr id="3" name="Can 2"/>
          <p:cNvSpPr/>
          <p:nvPr/>
        </p:nvSpPr>
        <p:spPr>
          <a:xfrm rot="5400000">
            <a:off x="1235826" y="3963783"/>
            <a:ext cx="306183" cy="422565"/>
          </a:xfrm>
          <a:prstGeom prst="can">
            <a:avLst/>
          </a:prstGeom>
          <a:blipFill>
            <a:blip r:embed="rId2" cstate="print"/>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Line Callout 1 26"/>
          <p:cNvSpPr/>
          <p:nvPr/>
        </p:nvSpPr>
        <p:spPr>
          <a:xfrm>
            <a:off x="1066800" y="3429000"/>
            <a:ext cx="1066800" cy="304800"/>
          </a:xfrm>
          <a:prstGeom prst="borderCallout1">
            <a:avLst>
              <a:gd name="adj1" fmla="val 182387"/>
              <a:gd name="adj2" fmla="val 107195"/>
              <a:gd name="adj3" fmla="val 98864"/>
              <a:gd name="adj4" fmla="val 58794"/>
            </a:avLst>
          </a:prstGeom>
          <a:solidFill>
            <a:schemeClr val="bg1"/>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Enclosure Room 10,000 ft³</a:t>
            </a:r>
          </a:p>
        </p:txBody>
      </p:sp>
      <p:sp>
        <p:nvSpPr>
          <p:cNvPr id="37" name="Line Callout 2 36"/>
          <p:cNvSpPr/>
          <p:nvPr/>
        </p:nvSpPr>
        <p:spPr>
          <a:xfrm>
            <a:off x="228600" y="5105400"/>
            <a:ext cx="1295400" cy="381000"/>
          </a:xfrm>
          <a:prstGeom prst="borderCallout2">
            <a:avLst>
              <a:gd name="adj1" fmla="val -886"/>
              <a:gd name="adj2" fmla="val 50705"/>
              <a:gd name="adj3" fmla="val -85977"/>
              <a:gd name="adj4" fmla="val 34670"/>
              <a:gd name="adj5" fmla="val -201683"/>
              <a:gd name="adj6" fmla="val 91943"/>
            </a:avLst>
          </a:prstGeom>
          <a:solidFill>
            <a:schemeClr val="bg1"/>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Helium Volume in a liquid state </a:t>
            </a:r>
          </a:p>
        </p:txBody>
      </p:sp>
      <p:sp>
        <p:nvSpPr>
          <p:cNvPr id="28" name="Cube 27"/>
          <p:cNvSpPr/>
          <p:nvPr/>
        </p:nvSpPr>
        <p:spPr>
          <a:xfrm>
            <a:off x="4724400" y="2209800"/>
            <a:ext cx="4038600" cy="3352800"/>
          </a:xfrm>
          <a:prstGeom prst="cube">
            <a:avLst/>
          </a:prstGeom>
          <a:blipFill>
            <a:blip r:embed="rId2" cstate="print"/>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Line Callout 2 24"/>
          <p:cNvSpPr/>
          <p:nvPr/>
        </p:nvSpPr>
        <p:spPr>
          <a:xfrm>
            <a:off x="6400800" y="5791200"/>
            <a:ext cx="1295400" cy="381000"/>
          </a:xfrm>
          <a:prstGeom prst="borderCallout2">
            <a:avLst>
              <a:gd name="adj1" fmla="val 49296"/>
              <a:gd name="adj2" fmla="val -632"/>
              <a:gd name="adj3" fmla="val -13977"/>
              <a:gd name="adj4" fmla="val -62870"/>
              <a:gd name="adj5" fmla="val -64228"/>
              <a:gd name="adj6" fmla="val -53083"/>
            </a:avLst>
          </a:prstGeom>
          <a:solidFill>
            <a:schemeClr val="bg1"/>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Helium Volume in a gas state </a:t>
            </a:r>
          </a:p>
        </p:txBody>
      </p:sp>
      <p:cxnSp>
        <p:nvCxnSpPr>
          <p:cNvPr id="30" name="Straight Connector 29"/>
          <p:cNvCxnSpPr/>
          <p:nvPr/>
        </p:nvCxnSpPr>
        <p:spPr>
          <a:xfrm>
            <a:off x="5562600" y="4724400"/>
            <a:ext cx="32004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2" name="Cube 21"/>
          <p:cNvSpPr/>
          <p:nvPr/>
        </p:nvSpPr>
        <p:spPr>
          <a:xfrm>
            <a:off x="5715000" y="3352800"/>
            <a:ext cx="1752600" cy="1219200"/>
          </a:xfrm>
          <a:prstGeom prst="cube">
            <a:avLst/>
          </a:prstGeom>
          <a:blipFill>
            <a:blip r:embed="rId2" cstate="print"/>
            <a:tile tx="0" ty="0" sx="100000" sy="100000" flip="none" algn="tl"/>
          </a:blip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p:cNvCxnSpPr/>
          <p:nvPr/>
        </p:nvCxnSpPr>
        <p:spPr>
          <a:xfrm flipH="1">
            <a:off x="5715000" y="4267200"/>
            <a:ext cx="304800" cy="304800"/>
          </a:xfrm>
          <a:prstGeom prst="line">
            <a:avLst/>
          </a:prstGeom>
          <a:solidFill>
            <a:schemeClr val="bg1"/>
          </a:solidFill>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6019800" y="3352800"/>
            <a:ext cx="0" cy="914400"/>
          </a:xfrm>
          <a:prstGeom prst="line">
            <a:avLst/>
          </a:prstGeom>
          <a:solidFill>
            <a:schemeClr val="bg1"/>
          </a:solidFill>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4724400" y="4724400"/>
            <a:ext cx="838200" cy="8382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5562600" y="2209800"/>
            <a:ext cx="0" cy="25146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457200" y="1519535"/>
            <a:ext cx="2514600" cy="523220"/>
          </a:xfrm>
          <a:prstGeom prst="rect">
            <a:avLst/>
          </a:prstGeom>
          <a:ln>
            <a:solidFill>
              <a:schemeClr val="tx1"/>
            </a:solidFill>
          </a:ln>
        </p:spPr>
        <p:txBody>
          <a:bodyPr wrap="square">
            <a:spAutoFit/>
          </a:bodyPr>
          <a:lstStyle/>
          <a:p>
            <a:pPr algn="ctr"/>
            <a:r>
              <a:rPr lang="en-US" sz="1400" dirty="0"/>
              <a:t>2,000 Liters of liquid helium</a:t>
            </a:r>
          </a:p>
          <a:p>
            <a:pPr algn="ctr"/>
            <a:r>
              <a:rPr lang="en-US" sz="1400" dirty="0"/>
              <a:t>Volume = </a:t>
            </a:r>
            <a:r>
              <a:rPr lang="en-US" sz="1400" b="1" dirty="0"/>
              <a:t>70 ft³</a:t>
            </a:r>
          </a:p>
        </p:txBody>
      </p:sp>
      <p:sp>
        <p:nvSpPr>
          <p:cNvPr id="43" name="Rectangle 42"/>
          <p:cNvSpPr/>
          <p:nvPr/>
        </p:nvSpPr>
        <p:spPr>
          <a:xfrm>
            <a:off x="5715000" y="1519535"/>
            <a:ext cx="2743200" cy="523220"/>
          </a:xfrm>
          <a:prstGeom prst="rect">
            <a:avLst/>
          </a:prstGeom>
          <a:ln>
            <a:solidFill>
              <a:schemeClr val="tx1"/>
            </a:solidFill>
          </a:ln>
        </p:spPr>
        <p:txBody>
          <a:bodyPr wrap="square">
            <a:spAutoFit/>
          </a:bodyPr>
          <a:lstStyle/>
          <a:p>
            <a:pPr algn="ctr"/>
            <a:r>
              <a:rPr lang="en-US" sz="1400" dirty="0"/>
              <a:t>2,000 Liters of liquid helium in a gas state Volume =</a:t>
            </a:r>
            <a:r>
              <a:rPr lang="en-US" sz="1400" b="1" dirty="0"/>
              <a:t> 53, 254 ft³</a:t>
            </a:r>
          </a:p>
        </p:txBody>
      </p:sp>
      <p:sp>
        <p:nvSpPr>
          <p:cNvPr id="44" name="Line Callout 1 43"/>
          <p:cNvSpPr/>
          <p:nvPr/>
        </p:nvSpPr>
        <p:spPr>
          <a:xfrm>
            <a:off x="6019800" y="3505200"/>
            <a:ext cx="1066800" cy="304800"/>
          </a:xfrm>
          <a:prstGeom prst="borderCallout1">
            <a:avLst>
              <a:gd name="adj1" fmla="val 245114"/>
              <a:gd name="adj2" fmla="val 105637"/>
              <a:gd name="adj3" fmla="val 93409"/>
              <a:gd name="adj4" fmla="val 60353"/>
            </a:avLst>
          </a:prstGeom>
          <a:solidFill>
            <a:schemeClr val="bg1"/>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Enclosure Room 10,000 ft³</a:t>
            </a:r>
          </a:p>
        </p:txBody>
      </p:sp>
      <p:sp>
        <p:nvSpPr>
          <p:cNvPr id="47" name="TextBox 46"/>
          <p:cNvSpPr txBox="1"/>
          <p:nvPr/>
        </p:nvSpPr>
        <p:spPr>
          <a:xfrm>
            <a:off x="1084809" y="4081548"/>
            <a:ext cx="533400" cy="215444"/>
          </a:xfrm>
          <a:prstGeom prst="rect">
            <a:avLst/>
          </a:prstGeom>
          <a:noFill/>
        </p:spPr>
        <p:txBody>
          <a:bodyPr wrap="square" rtlCol="0">
            <a:spAutoFit/>
          </a:bodyPr>
          <a:lstStyle/>
          <a:p>
            <a:pPr algn="ctr"/>
            <a:r>
              <a:rPr lang="en-US" sz="800" dirty="0">
                <a:solidFill>
                  <a:schemeClr val="bg1"/>
                </a:solidFill>
              </a:rPr>
              <a:t>Magnet</a:t>
            </a:r>
          </a:p>
        </p:txBody>
      </p:sp>
      <p:cxnSp>
        <p:nvCxnSpPr>
          <p:cNvPr id="50" name="Straight Arrow Connector 49"/>
          <p:cNvCxnSpPr/>
          <p:nvPr/>
        </p:nvCxnSpPr>
        <p:spPr>
          <a:xfrm flipH="1" flipV="1">
            <a:off x="1600201" y="4267200"/>
            <a:ext cx="1295399" cy="7620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flipV="1">
            <a:off x="4114800" y="4114800"/>
            <a:ext cx="838200" cy="8786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838200" y="124361"/>
            <a:ext cx="7467600" cy="1323439"/>
          </a:xfrm>
          <a:prstGeom prst="rect">
            <a:avLst/>
          </a:prstGeom>
          <a:noFill/>
        </p:spPr>
        <p:txBody>
          <a:bodyPr wrap="square" rtlCol="0">
            <a:spAutoFit/>
          </a:bodyPr>
          <a:lstStyle/>
          <a:p>
            <a:pPr algn="ctr"/>
            <a:r>
              <a:rPr lang="en-US" sz="4000" b="1" dirty="0"/>
              <a:t>Volume of Helium Expands from Liquid to a Gas State</a:t>
            </a:r>
          </a:p>
        </p:txBody>
      </p:sp>
      <p:sp>
        <p:nvSpPr>
          <p:cNvPr id="56" name="Cloud 55"/>
          <p:cNvSpPr/>
          <p:nvPr/>
        </p:nvSpPr>
        <p:spPr>
          <a:xfrm>
            <a:off x="2743200" y="3708860"/>
            <a:ext cx="1600200" cy="1244140"/>
          </a:xfrm>
          <a:prstGeom prst="cloud">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p:cNvSpPr/>
          <p:nvPr/>
        </p:nvSpPr>
        <p:spPr>
          <a:xfrm>
            <a:off x="2895600" y="3902826"/>
            <a:ext cx="1278774" cy="830997"/>
          </a:xfrm>
          <a:prstGeom prst="rect">
            <a:avLst/>
          </a:prstGeom>
        </p:spPr>
        <p:txBody>
          <a:bodyPr wrap="square">
            <a:spAutoFit/>
          </a:bodyPr>
          <a:lstStyle/>
          <a:p>
            <a:pPr algn="ctr"/>
            <a:r>
              <a:rPr lang="en-US" sz="1200" dirty="0"/>
              <a:t>Expansion ratio of Helium from a Liquid to a Gas is </a:t>
            </a:r>
            <a:r>
              <a:rPr lang="en-US" sz="1200" b="1" u="sng" dirty="0"/>
              <a:t>1 to 754</a:t>
            </a:r>
          </a:p>
        </p:txBody>
      </p:sp>
      <p:cxnSp>
        <p:nvCxnSpPr>
          <p:cNvPr id="21" name="Straight Connector 20"/>
          <p:cNvCxnSpPr/>
          <p:nvPr/>
        </p:nvCxnSpPr>
        <p:spPr>
          <a:xfrm>
            <a:off x="6019800" y="4267200"/>
            <a:ext cx="1143000" cy="0"/>
          </a:xfrm>
          <a:prstGeom prst="line">
            <a:avLst/>
          </a:prstGeom>
          <a:solidFill>
            <a:schemeClr val="bg1"/>
          </a:solidFill>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45" name="Can 44"/>
          <p:cNvSpPr/>
          <p:nvPr/>
        </p:nvSpPr>
        <p:spPr>
          <a:xfrm rot="5400000">
            <a:off x="6230391" y="4056609"/>
            <a:ext cx="306183" cy="422565"/>
          </a:xfrm>
          <a:prstGeom prst="can">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p:cNvSpPr txBox="1"/>
          <p:nvPr/>
        </p:nvSpPr>
        <p:spPr>
          <a:xfrm>
            <a:off x="6087687" y="4177834"/>
            <a:ext cx="533400" cy="215444"/>
          </a:xfrm>
          <a:prstGeom prst="rect">
            <a:avLst/>
          </a:prstGeom>
          <a:noFill/>
        </p:spPr>
        <p:txBody>
          <a:bodyPr wrap="square" rtlCol="0">
            <a:spAutoFit/>
          </a:bodyPr>
          <a:lstStyle/>
          <a:p>
            <a:pPr algn="ctr"/>
            <a:r>
              <a:rPr lang="en-US" sz="800" dirty="0"/>
              <a:t>Magnet</a:t>
            </a:r>
          </a:p>
        </p:txBody>
      </p:sp>
      <p:sp>
        <p:nvSpPr>
          <p:cNvPr id="33" name="TextBox 32"/>
          <p:cNvSpPr txBox="1"/>
          <p:nvPr/>
        </p:nvSpPr>
        <p:spPr>
          <a:xfrm>
            <a:off x="0" y="5657671"/>
            <a:ext cx="5334000" cy="1169551"/>
          </a:xfrm>
          <a:prstGeom prst="rect">
            <a:avLst/>
          </a:prstGeom>
          <a:noFill/>
        </p:spPr>
        <p:txBody>
          <a:bodyPr wrap="square" rtlCol="0">
            <a:spAutoFit/>
          </a:bodyPr>
          <a:lstStyle/>
          <a:p>
            <a:pPr algn="ctr"/>
            <a:r>
              <a:rPr lang="en-US" sz="1400" dirty="0"/>
              <a:t>If the vent pipe is blocked from debris or isn’t connected properly, the magnet will release its helium in the form of gas into the room. The door will be impossible to open until the helium dissipates.  There is also typically a vent in the room that has a switch outside of the magnet room, turn that on before any work is done.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19200"/>
            <a:ext cx="8229600" cy="1630362"/>
          </a:xfrm>
        </p:spPr>
        <p:txBody>
          <a:bodyPr>
            <a:noAutofit/>
          </a:bodyPr>
          <a:lstStyle/>
          <a:p>
            <a:r>
              <a:rPr lang="en-US" sz="1600" dirty="0"/>
              <a:t>Intentional quenches are done only in emergency situations.  If a person is trapped against the magnet and their life is in danger the quench button can be pressed on the magnet rundown unit located somewhere in the MR suite.  Be aware that hitting this button will cause upwards of $30,000 for the helium alone and at least a week of downtime for the customer.  This button should only be pressed in the direst of circumstance.  If the magnet doesn’t quench after hitting the button, immediately call an MR specialist for further instruction.  </a:t>
            </a:r>
          </a:p>
        </p:txBody>
      </p:sp>
      <p:sp>
        <p:nvSpPr>
          <p:cNvPr id="3" name="TextBox 2"/>
          <p:cNvSpPr txBox="1"/>
          <p:nvPr/>
        </p:nvSpPr>
        <p:spPr>
          <a:xfrm>
            <a:off x="1371600" y="373559"/>
            <a:ext cx="6400800" cy="769441"/>
          </a:xfrm>
          <a:prstGeom prst="rect">
            <a:avLst/>
          </a:prstGeom>
          <a:noFill/>
        </p:spPr>
        <p:txBody>
          <a:bodyPr wrap="square" rtlCol="0">
            <a:spAutoFit/>
          </a:bodyPr>
          <a:lstStyle/>
          <a:p>
            <a:pPr algn="ctr"/>
            <a:r>
              <a:rPr lang="en-US" sz="4400" b="1" dirty="0"/>
              <a:t>Intentional Quench</a:t>
            </a:r>
          </a:p>
        </p:txBody>
      </p:sp>
      <p:pic>
        <p:nvPicPr>
          <p:cNvPr id="10" name="Picture 9" descr="1252143.jpg"/>
          <p:cNvPicPr>
            <a:picLocks noChangeAspect="1"/>
          </p:cNvPicPr>
          <p:nvPr/>
        </p:nvPicPr>
        <p:blipFill>
          <a:blip r:embed="rId2" cstate="print"/>
          <a:stretch>
            <a:fillRect/>
          </a:stretch>
        </p:blipFill>
        <p:spPr>
          <a:xfrm>
            <a:off x="228600" y="3124200"/>
            <a:ext cx="3416300" cy="1949616"/>
          </a:xfrm>
          <a:prstGeom prst="rect">
            <a:avLst/>
          </a:prstGeom>
        </p:spPr>
      </p:pic>
      <p:pic>
        <p:nvPicPr>
          <p:cNvPr id="12" name="Picture 11" descr="MRSafety_Troubleshooting_Figure4.jpg"/>
          <p:cNvPicPr>
            <a:picLocks noChangeAspect="1"/>
          </p:cNvPicPr>
          <p:nvPr/>
        </p:nvPicPr>
        <p:blipFill>
          <a:blip r:embed="rId3" cstate="print"/>
          <a:stretch>
            <a:fillRect/>
          </a:stretch>
        </p:blipFill>
        <p:spPr>
          <a:xfrm>
            <a:off x="6659275" y="3124200"/>
            <a:ext cx="2027525" cy="2197100"/>
          </a:xfrm>
          <a:prstGeom prst="rect">
            <a:avLst/>
          </a:prstGeom>
        </p:spPr>
      </p:pic>
      <p:sp>
        <p:nvSpPr>
          <p:cNvPr id="13" name="TextBox 12"/>
          <p:cNvSpPr txBox="1"/>
          <p:nvPr/>
        </p:nvSpPr>
        <p:spPr>
          <a:xfrm>
            <a:off x="1219200" y="5410200"/>
            <a:ext cx="1752600" cy="369332"/>
          </a:xfrm>
          <a:prstGeom prst="rect">
            <a:avLst/>
          </a:prstGeom>
          <a:noFill/>
        </p:spPr>
        <p:txBody>
          <a:bodyPr wrap="square" rtlCol="0">
            <a:spAutoFit/>
          </a:bodyPr>
          <a:lstStyle/>
          <a:p>
            <a:r>
              <a:rPr lang="en-US" dirty="0"/>
              <a:t>GE ERU/MRU</a:t>
            </a:r>
          </a:p>
        </p:txBody>
      </p:sp>
      <p:sp>
        <p:nvSpPr>
          <p:cNvPr id="14" name="TextBox 13"/>
          <p:cNvSpPr txBox="1"/>
          <p:nvPr/>
        </p:nvSpPr>
        <p:spPr>
          <a:xfrm>
            <a:off x="6934200" y="5562600"/>
            <a:ext cx="1600200" cy="369332"/>
          </a:xfrm>
          <a:prstGeom prst="rect">
            <a:avLst/>
          </a:prstGeom>
          <a:noFill/>
        </p:spPr>
        <p:txBody>
          <a:bodyPr wrap="square" rtlCol="0">
            <a:spAutoFit/>
          </a:bodyPr>
          <a:lstStyle/>
          <a:p>
            <a:r>
              <a:rPr lang="en-US" dirty="0"/>
              <a:t>Siemens ERDU</a:t>
            </a:r>
          </a:p>
        </p:txBody>
      </p:sp>
      <p:pic>
        <p:nvPicPr>
          <p:cNvPr id="15" name="Picture 14" descr="1171669.jpg"/>
          <p:cNvPicPr>
            <a:picLocks noChangeAspect="1"/>
          </p:cNvPicPr>
          <p:nvPr/>
        </p:nvPicPr>
        <p:blipFill>
          <a:blip r:embed="rId4" cstate="print"/>
          <a:stretch>
            <a:fillRect/>
          </a:stretch>
        </p:blipFill>
        <p:spPr>
          <a:xfrm>
            <a:off x="4095750" y="2971800"/>
            <a:ext cx="2076450" cy="2768600"/>
          </a:xfrm>
          <a:prstGeom prst="rect">
            <a:avLst/>
          </a:prstGeom>
        </p:spPr>
      </p:pic>
      <p:sp>
        <p:nvSpPr>
          <p:cNvPr id="16" name="TextBox 15"/>
          <p:cNvSpPr txBox="1"/>
          <p:nvPr/>
        </p:nvSpPr>
        <p:spPr>
          <a:xfrm>
            <a:off x="4038600" y="5943600"/>
            <a:ext cx="2362200" cy="369332"/>
          </a:xfrm>
          <a:prstGeom prst="rect">
            <a:avLst/>
          </a:prstGeom>
          <a:noFill/>
        </p:spPr>
        <p:txBody>
          <a:bodyPr wrap="square" rtlCol="0">
            <a:spAutoFit/>
          </a:bodyPr>
          <a:lstStyle/>
          <a:p>
            <a:r>
              <a:rPr lang="en-US" dirty="0"/>
              <a:t>Philips Quench Button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19200"/>
            <a:ext cx="8229600" cy="2819400"/>
          </a:xfrm>
        </p:spPr>
        <p:txBody>
          <a:bodyPr>
            <a:noAutofit/>
          </a:bodyPr>
          <a:lstStyle/>
          <a:p>
            <a:r>
              <a:rPr lang="en-US" sz="1800" dirty="0"/>
              <a:t>An unintentional quench can come from internal instability of the magnet, the magnet losing its helium various ways or some sort of warm gas coming in contact with the main coil.  This usually happens when no one is around.  The technologists should be trained in how to handle this situation and should notify the service engineer immediately upon discovery of a quenched magnet.  If you’re working on the magnet and it quenches unintentionally, prior precautions should have been in place to prevent entrapment in the scan room.  Leave the room and close the door and allow for the helium to dissipate out the ventilation system.  It can take up to 15 min for the helium gas to dissipate from the room.  In either case, notify the hospital staff to the situation so they can take the proper action</a:t>
            </a:r>
          </a:p>
        </p:txBody>
      </p:sp>
      <p:sp>
        <p:nvSpPr>
          <p:cNvPr id="3" name="TextBox 2"/>
          <p:cNvSpPr txBox="1"/>
          <p:nvPr/>
        </p:nvSpPr>
        <p:spPr>
          <a:xfrm>
            <a:off x="1371600" y="373559"/>
            <a:ext cx="6400800" cy="769441"/>
          </a:xfrm>
          <a:prstGeom prst="rect">
            <a:avLst/>
          </a:prstGeom>
          <a:noFill/>
        </p:spPr>
        <p:txBody>
          <a:bodyPr wrap="square" rtlCol="0">
            <a:spAutoFit/>
          </a:bodyPr>
          <a:lstStyle/>
          <a:p>
            <a:pPr algn="ctr"/>
            <a:r>
              <a:rPr lang="en-US" sz="4400" b="1" dirty="0"/>
              <a:t>Unintentional Quench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19200"/>
            <a:ext cx="8229600" cy="1935162"/>
          </a:xfrm>
        </p:spPr>
        <p:txBody>
          <a:bodyPr>
            <a:noAutofit/>
          </a:bodyPr>
          <a:lstStyle/>
          <a:p>
            <a:r>
              <a:rPr lang="en-US" sz="1800" dirty="0"/>
              <a:t>To avoid anyone else being involved in possibly hazardous situations, notify anyone in the area that the procedure you are performing could be dangerous and to not enter the room.  If any pedestrians, i.e. techs, hospital CEO, police, etc, try to gain access to the room you have the right to deny them access.  As soon as they cross into the magnet room their life could be in danger.  The usage of signs and blockades is recommended.  There may be some signs to use on site or making your own sign is ok.</a:t>
            </a:r>
          </a:p>
        </p:txBody>
      </p:sp>
      <p:sp>
        <p:nvSpPr>
          <p:cNvPr id="3" name="TextBox 2"/>
          <p:cNvSpPr txBox="1"/>
          <p:nvPr/>
        </p:nvSpPr>
        <p:spPr>
          <a:xfrm>
            <a:off x="2895600" y="381000"/>
            <a:ext cx="3276600" cy="769441"/>
          </a:xfrm>
          <a:prstGeom prst="rect">
            <a:avLst/>
          </a:prstGeom>
          <a:noFill/>
        </p:spPr>
        <p:txBody>
          <a:bodyPr wrap="square" rtlCol="0">
            <a:spAutoFit/>
          </a:bodyPr>
          <a:lstStyle/>
          <a:p>
            <a:r>
              <a:rPr lang="en-US" sz="4400" b="1" dirty="0"/>
              <a:t>Take Charge!</a:t>
            </a:r>
          </a:p>
        </p:txBody>
      </p:sp>
      <p:pic>
        <p:nvPicPr>
          <p:cNvPr id="4" name="Picture 3" descr="images.jpg"/>
          <p:cNvPicPr>
            <a:picLocks noChangeAspect="1"/>
          </p:cNvPicPr>
          <p:nvPr/>
        </p:nvPicPr>
        <p:blipFill>
          <a:blip r:embed="rId2" cstate="print"/>
          <a:stretch>
            <a:fillRect/>
          </a:stretch>
        </p:blipFill>
        <p:spPr>
          <a:xfrm>
            <a:off x="3524739" y="3276600"/>
            <a:ext cx="2190261" cy="33718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84238"/>
          </a:xfrm>
        </p:spPr>
        <p:txBody>
          <a:bodyPr>
            <a:normAutofit/>
          </a:bodyPr>
          <a:lstStyle/>
          <a:p>
            <a:r>
              <a:rPr lang="en-US" b="1" dirty="0"/>
              <a:t>RF Overview</a:t>
            </a:r>
            <a:endParaRPr lang="en-US" dirty="0"/>
          </a:p>
        </p:txBody>
      </p:sp>
      <p:sp>
        <p:nvSpPr>
          <p:cNvPr id="3" name="TextBox 2"/>
          <p:cNvSpPr txBox="1"/>
          <p:nvPr/>
        </p:nvSpPr>
        <p:spPr>
          <a:xfrm>
            <a:off x="0" y="1219201"/>
            <a:ext cx="9144000" cy="2308324"/>
          </a:xfrm>
          <a:prstGeom prst="rect">
            <a:avLst/>
          </a:prstGeom>
          <a:noFill/>
        </p:spPr>
        <p:txBody>
          <a:bodyPr wrap="square" rtlCol="0">
            <a:spAutoFit/>
          </a:bodyPr>
          <a:lstStyle/>
          <a:p>
            <a:pPr algn="ctr"/>
            <a:r>
              <a:rPr lang="en-US" dirty="0"/>
              <a:t>The MR system uses RF energy to gain information from the human body.  The power used in a 1.5T system can be up to 20 kilowatts.   AM radio stations ranges from about 250 to 50,000 watts.  As you can see, the 1.5T MR RF amplifier has enough power for a medium AM radio station.  At that power, removing the Heliax, or special RF coaxial cables, from the amplifier while it’s on could severely injure you or even kill.  While being scanned, patients have gotten RF burns on various parts of their bodies while making contact with the RF body coil.  Patients have also experienced peripheral stimulation or a tingling or buzzing feeling in their arms or legs.  This can be prevented by not crossing your arms or legs</a:t>
            </a:r>
          </a:p>
        </p:txBody>
      </p:sp>
      <p:pic>
        <p:nvPicPr>
          <p:cNvPr id="4" name="Picture 3" descr="images (1).jpg"/>
          <p:cNvPicPr>
            <a:picLocks noChangeAspect="1"/>
          </p:cNvPicPr>
          <p:nvPr/>
        </p:nvPicPr>
        <p:blipFill>
          <a:blip r:embed="rId2" cstate="print"/>
          <a:stretch>
            <a:fillRect/>
          </a:stretch>
        </p:blipFill>
        <p:spPr>
          <a:xfrm>
            <a:off x="5410200" y="3733800"/>
            <a:ext cx="2714625" cy="1685925"/>
          </a:xfrm>
          <a:prstGeom prst="rect">
            <a:avLst/>
          </a:prstGeom>
        </p:spPr>
      </p:pic>
      <p:sp>
        <p:nvSpPr>
          <p:cNvPr id="5" name="TextBox 4"/>
          <p:cNvSpPr txBox="1"/>
          <p:nvPr/>
        </p:nvSpPr>
        <p:spPr>
          <a:xfrm>
            <a:off x="6324600" y="5486400"/>
            <a:ext cx="838200" cy="381000"/>
          </a:xfrm>
          <a:prstGeom prst="rect">
            <a:avLst/>
          </a:prstGeom>
          <a:noFill/>
        </p:spPr>
        <p:txBody>
          <a:bodyPr wrap="square" rtlCol="0">
            <a:spAutoFit/>
          </a:bodyPr>
          <a:lstStyle/>
          <a:p>
            <a:r>
              <a:rPr lang="en-US" dirty="0"/>
              <a:t>Heliax</a:t>
            </a:r>
          </a:p>
        </p:txBody>
      </p:sp>
      <p:pic>
        <p:nvPicPr>
          <p:cNvPr id="6" name="Picture 5" descr="broadcast-television-radio-tower-graphic-waves.jpg"/>
          <p:cNvPicPr>
            <a:picLocks noChangeAspect="1"/>
          </p:cNvPicPr>
          <p:nvPr/>
        </p:nvPicPr>
        <p:blipFill>
          <a:blip r:embed="rId3" cstate="print"/>
          <a:stretch>
            <a:fillRect/>
          </a:stretch>
        </p:blipFill>
        <p:spPr>
          <a:xfrm>
            <a:off x="1600200" y="3733800"/>
            <a:ext cx="2019300" cy="26924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b="1" dirty="0"/>
              <a:t>High Voltage Sources</a:t>
            </a:r>
            <a:endParaRPr lang="en-US" dirty="0"/>
          </a:p>
        </p:txBody>
      </p:sp>
      <p:sp>
        <p:nvSpPr>
          <p:cNvPr id="3" name="TextBox 2"/>
          <p:cNvSpPr txBox="1"/>
          <p:nvPr/>
        </p:nvSpPr>
        <p:spPr>
          <a:xfrm>
            <a:off x="457200" y="990600"/>
            <a:ext cx="8305800" cy="3139321"/>
          </a:xfrm>
          <a:prstGeom prst="rect">
            <a:avLst/>
          </a:prstGeom>
          <a:noFill/>
        </p:spPr>
        <p:txBody>
          <a:bodyPr wrap="square" rtlCol="0">
            <a:spAutoFit/>
          </a:bodyPr>
          <a:lstStyle/>
          <a:p>
            <a:pPr algn="ctr"/>
            <a:r>
              <a:rPr lang="en-US" dirty="0"/>
              <a:t>The MR system uses 3phase 480 volt power.  The power comes into the system via a main disconnect panel and then is fed to the PDU.  The PDU splits up the power into various other voltages for use on the system.  Use proper Lock out/ Tag out procedures when working on these components.  LOTO hasp connections are available on both the PDU and the main disconnect.  </a:t>
            </a:r>
          </a:p>
          <a:p>
            <a:pPr algn="ctr"/>
            <a:r>
              <a:rPr lang="en-US" dirty="0"/>
              <a:t>If working with an MR engineer that is ramping a magnet up or down, be aware that at the rear of the ramp supply there is up to 1000 amps of power exposed at any given time during the procedure.  </a:t>
            </a:r>
          </a:p>
          <a:p>
            <a:pPr algn="ctr"/>
            <a:r>
              <a:rPr lang="en-US" dirty="0"/>
              <a:t>If an electrocution does occur, dial 911 and notify someone in the vicinity to get help.  Secure the site from the danger.</a:t>
            </a:r>
          </a:p>
          <a:p>
            <a:endParaRPr lang="en-US" dirty="0"/>
          </a:p>
        </p:txBody>
      </p:sp>
      <p:pic>
        <p:nvPicPr>
          <p:cNvPr id="4" name="Picture 3" descr="28182.jpg"/>
          <p:cNvPicPr>
            <a:picLocks noChangeAspect="1"/>
          </p:cNvPicPr>
          <p:nvPr/>
        </p:nvPicPr>
        <p:blipFill>
          <a:blip r:embed="rId2" cstate="print"/>
          <a:stretch>
            <a:fillRect/>
          </a:stretch>
        </p:blipFill>
        <p:spPr>
          <a:xfrm>
            <a:off x="734202" y="3886200"/>
            <a:ext cx="3380598" cy="2560349"/>
          </a:xfrm>
          <a:prstGeom prst="rect">
            <a:avLst/>
          </a:prstGeom>
        </p:spPr>
      </p:pic>
      <p:pic>
        <p:nvPicPr>
          <p:cNvPr id="5" name="Picture 4" descr="lockout_tagout_loto.jpg"/>
          <p:cNvPicPr>
            <a:picLocks noChangeAspect="1"/>
          </p:cNvPicPr>
          <p:nvPr/>
        </p:nvPicPr>
        <p:blipFill>
          <a:blip r:embed="rId3" cstate="print"/>
          <a:stretch>
            <a:fillRect/>
          </a:stretch>
        </p:blipFill>
        <p:spPr>
          <a:xfrm>
            <a:off x="5029200" y="3886200"/>
            <a:ext cx="3454400" cy="2590800"/>
          </a:xfrm>
          <a:prstGeom prst="rect">
            <a:avLst/>
          </a:prstGeom>
        </p:spPr>
      </p:pic>
      <p:sp>
        <p:nvSpPr>
          <p:cNvPr id="6" name="TextBox 5"/>
          <p:cNvSpPr txBox="1"/>
          <p:nvPr/>
        </p:nvSpPr>
        <p:spPr>
          <a:xfrm>
            <a:off x="1905000" y="6412468"/>
            <a:ext cx="990600" cy="369332"/>
          </a:xfrm>
          <a:prstGeom prst="rect">
            <a:avLst/>
          </a:prstGeom>
          <a:noFill/>
        </p:spPr>
        <p:txBody>
          <a:bodyPr wrap="square" rtlCol="0">
            <a:spAutoFit/>
          </a:bodyPr>
          <a:lstStyle/>
          <a:p>
            <a:r>
              <a:rPr lang="en-US" dirty="0"/>
              <a:t>GE PDU</a:t>
            </a:r>
          </a:p>
        </p:txBody>
      </p:sp>
      <p:sp>
        <p:nvSpPr>
          <p:cNvPr id="7" name="TextBox 6"/>
          <p:cNvSpPr txBox="1"/>
          <p:nvPr/>
        </p:nvSpPr>
        <p:spPr>
          <a:xfrm>
            <a:off x="6324600" y="6477000"/>
            <a:ext cx="762000" cy="369332"/>
          </a:xfrm>
          <a:prstGeom prst="rect">
            <a:avLst/>
          </a:prstGeom>
          <a:noFill/>
        </p:spPr>
        <p:txBody>
          <a:bodyPr wrap="square" rtlCol="0">
            <a:spAutoFit/>
          </a:bodyPr>
          <a:lstStyle/>
          <a:p>
            <a:r>
              <a:rPr lang="en-US" dirty="0"/>
              <a:t>LOTO</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vert="horz" lIns="91440" tIns="45720" rIns="91440" bIns="45720" rtlCol="0" anchor="ctr">
            <a:normAutofit/>
          </a:bodyPr>
          <a:lstStyle/>
          <a:p>
            <a:pPr algn="l">
              <a:lnSpc>
                <a:spcPct val="90000"/>
              </a:lnSpc>
            </a:pPr>
            <a:r>
              <a:rPr lang="en-US" sz="3500" b="1"/>
              <a:t>Fire Response</a:t>
            </a:r>
            <a:endParaRPr lang="en-US" sz="3500"/>
          </a:p>
        </p:txBody>
      </p:sp>
      <p:sp>
        <p:nvSpPr>
          <p:cNvPr id="3" name="TextBox 2"/>
          <p:cNvSpPr txBox="1"/>
          <p:nvPr/>
        </p:nvSpPr>
        <p:spPr>
          <a:xfrm>
            <a:off x="571351" y="2743200"/>
            <a:ext cx="3485179" cy="361314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700"/>
              <a:t>If a fire occurs outside of the magnet room, follow regular procedures to contain the fire.  Notify staff and pull the fire alarm.  If a fire occurs inside of the magnet room, be sure to only use MR safe fire extinguishers.  Pull the fire alarm but beware that the fire suppression system may release gases or chemicals designed to suffocate a fire.  Also, notify the staff and follow their procedures.  Make people aware of the magnet.</a:t>
            </a:r>
          </a:p>
          <a:p>
            <a:pPr indent="-228600">
              <a:lnSpc>
                <a:spcPct val="90000"/>
              </a:lnSpc>
              <a:spcAft>
                <a:spcPts val="600"/>
              </a:spcAft>
              <a:buFont typeface="Arial" panose="020B0604020202020204" pitchFamily="34" charset="0"/>
              <a:buChar char="•"/>
            </a:pPr>
            <a:endParaRPr lang="en-US" sz="1700"/>
          </a:p>
        </p:txBody>
      </p:sp>
      <p:pic>
        <p:nvPicPr>
          <p:cNvPr id="4" name="Picture 3" descr="11212.jpg"/>
          <p:cNvPicPr>
            <a:picLocks noChangeAspect="1"/>
          </p:cNvPicPr>
          <p:nvPr/>
        </p:nvPicPr>
        <p:blipFill rotWithShape="1">
          <a:blip r:embed="rId2" cstate="print"/>
          <a:srcRect l="15537" r="17721" b="-1"/>
          <a:stretch/>
        </p:blipFill>
        <p:spPr>
          <a:xfrm>
            <a:off x="4572000" y="1"/>
            <a:ext cx="4577118"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3419</TotalTime>
  <Words>2433</Words>
  <Application>Microsoft Office PowerPoint</Application>
  <PresentationFormat>On-screen Show (4:3)</PresentationFormat>
  <Paragraphs>95</Paragraphs>
  <Slides>23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Wingdings</vt:lpstr>
      <vt:lpstr>Office Theme</vt:lpstr>
      <vt:lpstr> Magnet Safety Training Class I</vt:lpstr>
      <vt:lpstr>There are many types of MRI magnets with the most common being 1.5 Tesla.  In contrast,  the earths field is about 30 microtesla and a strong refrigerator magnet is around 5 millitesla.</vt:lpstr>
      <vt:lpstr>PowerPoint Presentation</vt:lpstr>
      <vt:lpstr>What is an MRI Superconducting Magnet?</vt:lpstr>
      <vt:lpstr>Magnetic Fringe Field</vt:lpstr>
      <vt:lpstr>What objects are ferrous?</vt:lpstr>
      <vt:lpstr>MR Safe Objects</vt:lpstr>
      <vt:lpstr>Objects That Are NEVER MR Safe</vt:lpstr>
      <vt:lpstr>Objects That Can Be Adversely Affected</vt:lpstr>
      <vt:lpstr>How Might This Affect The Human Body?</vt:lpstr>
      <vt:lpstr>Liquid Helium and Cryogen concerns</vt:lpstr>
      <vt:lpstr>PowerPoint Presentation</vt:lpstr>
      <vt:lpstr>PowerPoint Presentation</vt:lpstr>
      <vt:lpstr>Asphyxiation</vt:lpstr>
      <vt:lpstr>PowerPoint Presentation</vt:lpstr>
      <vt:lpstr>PowerPoint Presentation</vt:lpstr>
      <vt:lpstr>PowerPoint Presentation</vt:lpstr>
      <vt:lpstr>Intentional quenches are done only in emergency situations.  If a person is trapped against the magnet and their life is in danger the quench button can be pressed on the magnet rundown unit located somewhere in the MR suite.  Be aware that hitting this button will cause upwards of $30,000 for the helium alone and at least a week of downtime for the customer.  This button should only be pressed in the direst of circumstance.  If the magnet doesn’t quench after hitting the button, immediately call an MR specialist for further instruction.  </vt:lpstr>
      <vt:lpstr>An unintentional quench can come from internal instability of the magnet, the magnet losing its helium various ways or some sort of warm gas coming in contact with the main coil.  This usually happens when no one is around.  The technologists should be trained in how to handle this situation and should notify the service engineer immediately upon discovery of a quenched magnet.  If you’re working on the magnet and it quenches unintentionally, prior precautions should have been in place to prevent entrapment in the scan room.  Leave the room and close the door and allow for the helium to dissipate out the ventilation system.  It can take up to 15 min for the helium gas to dissipate from the room.  In either case, notify the hospital staff to the situation so they can take the proper action</vt:lpstr>
      <vt:lpstr>To avoid anyone else being involved in possibly hazardous situations, notify anyone in the area that the procedure you are performing could be dangerous and to not enter the room.  If any pedestrians, i.e. techs, hospital CEO, police, etc, try to gain access to the room you have the right to deny them access.  As soon as they cross into the magnet room their life could be in danger.  The usage of signs and blockades is recommended.  There may be some signs to use on site or making your own sign is ok.</vt:lpstr>
      <vt:lpstr>RF Overview</vt:lpstr>
      <vt:lpstr>High Voltage Sources</vt:lpstr>
      <vt:lpstr>Fire Response</vt:lpstr>
    </vt:vector>
  </TitlesOfParts>
  <Company>BC Technical,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 Technical  Magnet Safety Training Class I</dc:title>
  <dc:creator>ahoppe</dc:creator>
  <cp:lastModifiedBy>Mike J</cp:lastModifiedBy>
  <cp:revision>316</cp:revision>
  <dcterms:created xsi:type="dcterms:W3CDTF">2013-08-19T17:53:59Z</dcterms:created>
  <dcterms:modified xsi:type="dcterms:W3CDTF">2024-05-08T00:38:13Z</dcterms:modified>
</cp:coreProperties>
</file>