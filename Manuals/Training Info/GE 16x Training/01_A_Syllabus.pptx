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1" r:id="rId4"/>
    <p:sldId id="262" r:id="rId5"/>
    <p:sldId id="263" r:id="rId6"/>
    <p:sldId id="260" r:id="rId7"/>
    <p:sldId id="265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2C5CE-3EDC-424B-9E7C-7D17281C370E}" v="4" dt="2024-05-08T00:06:23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52" autoAdjust="0"/>
  </p:normalViewPr>
  <p:slideViewPr>
    <p:cSldViewPr>
      <p:cViewPr varScale="1">
        <p:scale>
          <a:sx n="99" d="100"/>
          <a:sy n="99" d="100"/>
        </p:scale>
        <p:origin x="73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J" userId="22cf0bdf11e74b3e" providerId="LiveId" clId="{FA22C5CE-3EDC-424B-9E7C-7D17281C370E}"/>
    <pc:docChg chg="undo custSel delSld modSld">
      <pc:chgData name="Mike J" userId="22cf0bdf11e74b3e" providerId="LiveId" clId="{FA22C5CE-3EDC-424B-9E7C-7D17281C370E}" dt="2024-09-09T23:53:43.751" v="549" actId="478"/>
      <pc:docMkLst>
        <pc:docMk/>
      </pc:docMkLst>
      <pc:sldChg chg="delSp modSp mod">
        <pc:chgData name="Mike J" userId="22cf0bdf11e74b3e" providerId="LiveId" clId="{FA22C5CE-3EDC-424B-9E7C-7D17281C370E}" dt="2024-05-09T14:53:46.633" v="49" actId="20577"/>
        <pc:sldMkLst>
          <pc:docMk/>
          <pc:sldMk cId="0" sldId="256"/>
        </pc:sldMkLst>
        <pc:spChg chg="mod">
          <ac:chgData name="Mike J" userId="22cf0bdf11e74b3e" providerId="LiveId" clId="{FA22C5CE-3EDC-424B-9E7C-7D17281C370E}" dt="2024-05-09T14:53:46.633" v="49" actId="20577"/>
          <ac:spMkLst>
            <pc:docMk/>
            <pc:sldMk cId="0" sldId="256"/>
            <ac:spMk id="5" creationId="{00000000-0000-0000-0000-000000000000}"/>
          </ac:spMkLst>
        </pc:spChg>
        <pc:picChg chg="del">
          <ac:chgData name="Mike J" userId="22cf0bdf11e74b3e" providerId="LiveId" clId="{FA22C5CE-3EDC-424B-9E7C-7D17281C370E}" dt="2024-05-07T23:59:24.320" v="0" actId="478"/>
          <ac:picMkLst>
            <pc:docMk/>
            <pc:sldMk cId="0" sldId="256"/>
            <ac:picMk id="7" creationId="{00000000-0000-0000-0000-000000000000}"/>
          </ac:picMkLst>
        </pc:picChg>
      </pc:sldChg>
      <pc:sldChg chg="del">
        <pc:chgData name="Mike J" userId="22cf0bdf11e74b3e" providerId="LiveId" clId="{FA22C5CE-3EDC-424B-9E7C-7D17281C370E}" dt="2024-05-08T00:04:52.303" v="5" actId="2696"/>
        <pc:sldMkLst>
          <pc:docMk/>
          <pc:sldMk cId="0" sldId="257"/>
        </pc:sldMkLst>
      </pc:sldChg>
      <pc:sldChg chg="delSp modSp mod">
        <pc:chgData name="Mike J" userId="22cf0bdf11e74b3e" providerId="LiveId" clId="{FA22C5CE-3EDC-424B-9E7C-7D17281C370E}" dt="2024-09-09T23:53:11.491" v="547" actId="478"/>
        <pc:sldMkLst>
          <pc:docMk/>
          <pc:sldMk cId="2922672514" sldId="260"/>
        </pc:sldMkLst>
        <pc:spChg chg="mod">
          <ac:chgData name="Mike J" userId="22cf0bdf11e74b3e" providerId="LiveId" clId="{FA22C5CE-3EDC-424B-9E7C-7D17281C370E}" dt="2024-05-27T13:23:47.724" v="449" actId="20577"/>
          <ac:spMkLst>
            <pc:docMk/>
            <pc:sldMk cId="2922672514" sldId="260"/>
            <ac:spMk id="3" creationId="{00000000-0000-0000-0000-000000000000}"/>
          </ac:spMkLst>
        </pc:spChg>
        <pc:spChg chg="del">
          <ac:chgData name="Mike J" userId="22cf0bdf11e74b3e" providerId="LiveId" clId="{FA22C5CE-3EDC-424B-9E7C-7D17281C370E}" dt="2024-09-09T23:53:11.491" v="547" actId="478"/>
          <ac:spMkLst>
            <pc:docMk/>
            <pc:sldMk cId="2922672514" sldId="260"/>
            <ac:spMk id="5" creationId="{00000000-0000-0000-0000-000000000000}"/>
          </ac:spMkLst>
        </pc:spChg>
      </pc:sldChg>
      <pc:sldChg chg="delSp mod">
        <pc:chgData name="Mike J" userId="22cf0bdf11e74b3e" providerId="LiveId" clId="{FA22C5CE-3EDC-424B-9E7C-7D17281C370E}" dt="2024-09-09T23:51:56.511" v="508" actId="478"/>
        <pc:sldMkLst>
          <pc:docMk/>
          <pc:sldMk cId="4244791758" sldId="261"/>
        </pc:sldMkLst>
        <pc:spChg chg="del">
          <ac:chgData name="Mike J" userId="22cf0bdf11e74b3e" providerId="LiveId" clId="{FA22C5CE-3EDC-424B-9E7C-7D17281C370E}" dt="2024-09-09T23:51:56.511" v="508" actId="478"/>
          <ac:spMkLst>
            <pc:docMk/>
            <pc:sldMk cId="4244791758" sldId="261"/>
            <ac:spMk id="5" creationId="{00000000-0000-0000-0000-000000000000}"/>
          </ac:spMkLst>
        </pc:spChg>
      </pc:sldChg>
      <pc:sldChg chg="delSp modSp mod">
        <pc:chgData name="Mike J" userId="22cf0bdf11e74b3e" providerId="LiveId" clId="{FA22C5CE-3EDC-424B-9E7C-7D17281C370E}" dt="2024-09-09T23:52:04.677" v="509" actId="478"/>
        <pc:sldMkLst>
          <pc:docMk/>
          <pc:sldMk cId="929694566" sldId="262"/>
        </pc:sldMkLst>
        <pc:spChg chg="mod">
          <ac:chgData name="Mike J" userId="22cf0bdf11e74b3e" providerId="LiveId" clId="{FA22C5CE-3EDC-424B-9E7C-7D17281C370E}" dt="2024-09-09T23:51:09.264" v="507" actId="20577"/>
          <ac:spMkLst>
            <pc:docMk/>
            <pc:sldMk cId="929694566" sldId="262"/>
            <ac:spMk id="3" creationId="{00000000-0000-0000-0000-000000000000}"/>
          </ac:spMkLst>
        </pc:spChg>
        <pc:spChg chg="del">
          <ac:chgData name="Mike J" userId="22cf0bdf11e74b3e" providerId="LiveId" clId="{FA22C5CE-3EDC-424B-9E7C-7D17281C370E}" dt="2024-09-09T23:52:04.677" v="509" actId="478"/>
          <ac:spMkLst>
            <pc:docMk/>
            <pc:sldMk cId="929694566" sldId="262"/>
            <ac:spMk id="5" creationId="{00000000-0000-0000-0000-000000000000}"/>
          </ac:spMkLst>
        </pc:spChg>
      </pc:sldChg>
      <pc:sldChg chg="delSp modSp mod">
        <pc:chgData name="Mike J" userId="22cf0bdf11e74b3e" providerId="LiveId" clId="{FA22C5CE-3EDC-424B-9E7C-7D17281C370E}" dt="2024-09-09T23:53:04.308" v="546" actId="478"/>
        <pc:sldMkLst>
          <pc:docMk/>
          <pc:sldMk cId="4243848112" sldId="263"/>
        </pc:sldMkLst>
        <pc:spChg chg="mod">
          <ac:chgData name="Mike J" userId="22cf0bdf11e74b3e" providerId="LiveId" clId="{FA22C5CE-3EDC-424B-9E7C-7D17281C370E}" dt="2024-09-09T23:52:55.556" v="545" actId="20577"/>
          <ac:spMkLst>
            <pc:docMk/>
            <pc:sldMk cId="4243848112" sldId="263"/>
            <ac:spMk id="3" creationId="{00000000-0000-0000-0000-000000000000}"/>
          </ac:spMkLst>
        </pc:spChg>
        <pc:spChg chg="del">
          <ac:chgData name="Mike J" userId="22cf0bdf11e74b3e" providerId="LiveId" clId="{FA22C5CE-3EDC-424B-9E7C-7D17281C370E}" dt="2024-09-09T23:53:04.308" v="546" actId="478"/>
          <ac:spMkLst>
            <pc:docMk/>
            <pc:sldMk cId="4243848112" sldId="263"/>
            <ac:spMk id="5" creationId="{00000000-0000-0000-0000-000000000000}"/>
          </ac:spMkLst>
        </pc:spChg>
      </pc:sldChg>
      <pc:sldChg chg="delSp modSp mod">
        <pc:chgData name="Mike J" userId="22cf0bdf11e74b3e" providerId="LiveId" clId="{FA22C5CE-3EDC-424B-9E7C-7D17281C370E}" dt="2024-09-09T23:53:43.751" v="549" actId="478"/>
        <pc:sldMkLst>
          <pc:docMk/>
          <pc:sldMk cId="2478657821" sldId="264"/>
        </pc:sldMkLst>
        <pc:spChg chg="del mod">
          <ac:chgData name="Mike J" userId="22cf0bdf11e74b3e" providerId="LiveId" clId="{FA22C5CE-3EDC-424B-9E7C-7D17281C370E}" dt="2024-09-09T23:53:43.751" v="549" actId="478"/>
          <ac:spMkLst>
            <pc:docMk/>
            <pc:sldMk cId="2478657821" sldId="264"/>
            <ac:spMk id="4" creationId="{00000000-0000-0000-0000-000000000000}"/>
          </ac:spMkLst>
        </pc:spChg>
      </pc:sldChg>
      <pc:sldChg chg="delSp modSp mod">
        <pc:chgData name="Mike J" userId="22cf0bdf11e74b3e" providerId="LiveId" clId="{FA22C5CE-3EDC-424B-9E7C-7D17281C370E}" dt="2024-09-09T23:53:36.791" v="548" actId="478"/>
        <pc:sldMkLst>
          <pc:docMk/>
          <pc:sldMk cId="1618774169" sldId="265"/>
        </pc:sldMkLst>
        <pc:spChg chg="mod">
          <ac:chgData name="Mike J" userId="22cf0bdf11e74b3e" providerId="LiveId" clId="{FA22C5CE-3EDC-424B-9E7C-7D17281C370E}" dt="2024-05-27T13:23:22.369" v="434" actId="20577"/>
          <ac:spMkLst>
            <pc:docMk/>
            <pc:sldMk cId="1618774169" sldId="265"/>
            <ac:spMk id="3" creationId="{00000000-0000-0000-0000-000000000000}"/>
          </ac:spMkLst>
        </pc:spChg>
        <pc:spChg chg="del">
          <ac:chgData name="Mike J" userId="22cf0bdf11e74b3e" providerId="LiveId" clId="{FA22C5CE-3EDC-424B-9E7C-7D17281C370E}" dt="2024-09-09T23:53:36.791" v="548" actId="478"/>
          <ac:spMkLst>
            <pc:docMk/>
            <pc:sldMk cId="1618774169" sldId="265"/>
            <ac:spMk id="5" creationId="{00000000-0000-0000-0000-000000000000}"/>
          </ac:spMkLst>
        </pc:spChg>
      </pc:sldChg>
      <pc:sldChg chg="del">
        <pc:chgData name="Mike J" userId="22cf0bdf11e74b3e" providerId="LiveId" clId="{FA22C5CE-3EDC-424B-9E7C-7D17281C370E}" dt="2024-05-27T13:15:18.317" v="382" actId="47"/>
        <pc:sldMkLst>
          <pc:docMk/>
          <pc:sldMk cId="2507900352" sldId="266"/>
        </pc:sldMkLst>
      </pc:sldChg>
      <pc:sldChg chg="del">
        <pc:chgData name="Mike J" userId="22cf0bdf11e74b3e" providerId="LiveId" clId="{FA22C5CE-3EDC-424B-9E7C-7D17281C370E}" dt="2024-05-27T13:15:25.092" v="383" actId="47"/>
        <pc:sldMkLst>
          <pc:docMk/>
          <pc:sldMk cId="876246785" sldId="267"/>
        </pc:sldMkLst>
      </pc:sldChg>
      <pc:sldChg chg="delSp modSp mod">
        <pc:chgData name="Mike J" userId="22cf0bdf11e74b3e" providerId="LiveId" clId="{FA22C5CE-3EDC-424B-9E7C-7D17281C370E}" dt="2024-05-08T00:03:23.901" v="4" actId="26606"/>
        <pc:sldMkLst>
          <pc:docMk/>
          <pc:sldMk cId="2016790032" sldId="268"/>
        </pc:sldMkLst>
        <pc:spChg chg="mod ord">
          <ac:chgData name="Mike J" userId="22cf0bdf11e74b3e" providerId="LiveId" clId="{FA22C5CE-3EDC-424B-9E7C-7D17281C370E}" dt="2024-05-08T00:03:23.901" v="4" actId="26606"/>
          <ac:spMkLst>
            <pc:docMk/>
            <pc:sldMk cId="2016790032" sldId="268"/>
            <ac:spMk id="4" creationId="{00000000-0000-0000-0000-000000000000}"/>
          </ac:spMkLst>
        </pc:spChg>
        <pc:spChg chg="del">
          <ac:chgData name="Mike J" userId="22cf0bdf11e74b3e" providerId="LiveId" clId="{FA22C5CE-3EDC-424B-9E7C-7D17281C370E}" dt="2024-05-07T23:59:43.888" v="1" actId="478"/>
          <ac:spMkLst>
            <pc:docMk/>
            <pc:sldMk cId="2016790032" sldId="268"/>
            <ac:spMk id="5" creationId="{00000000-0000-0000-0000-000000000000}"/>
          </ac:spMkLst>
        </pc:spChg>
        <pc:picChg chg="mod">
          <ac:chgData name="Mike J" userId="22cf0bdf11e74b3e" providerId="LiveId" clId="{FA22C5CE-3EDC-424B-9E7C-7D17281C370E}" dt="2024-05-08T00:03:23.901" v="4" actId="26606"/>
          <ac:picMkLst>
            <pc:docMk/>
            <pc:sldMk cId="2016790032" sldId="268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87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Rev 2. January 6, 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10400" y="6211669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76200"/>
            <a:ext cx="457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2014 Leadership Meeting</a:t>
            </a:r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GE MRI SERVICE</a:t>
            </a:r>
            <a:b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</a:br>
            <a:r>
              <a:rPr lang="en-US" sz="44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SYLLABUS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/>
          <a:srcRect t="1284" b="13002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1F79F8-C087-A3F1-4F63-4940FC5A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9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FEW RULES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558ED5"/>
                </a:solidFill>
              </a:rPr>
              <a:t>PLEASE BE ON TIME IN THE MORNING AND AFTER BREAKS, VERY BUSY SCHEDULE</a:t>
            </a:r>
          </a:p>
          <a:p>
            <a:r>
              <a:rPr lang="en-US" dirty="0">
                <a:solidFill>
                  <a:srgbClr val="558ED5"/>
                </a:solidFill>
              </a:rPr>
              <a:t>BREAKS WILL BE SCHEDULE AND TIME REGULATED</a:t>
            </a:r>
          </a:p>
          <a:p>
            <a:r>
              <a:rPr lang="en-US" dirty="0">
                <a:solidFill>
                  <a:srgbClr val="558ED5"/>
                </a:solidFill>
              </a:rPr>
              <a:t>PLEASE MUTE YOUR PHONE AND USE BREAKS TO GET BACK TO PEOPLE THAT NEED TO REACH YOU. </a:t>
            </a:r>
          </a:p>
          <a:p>
            <a:r>
              <a:rPr lang="en-US" dirty="0">
                <a:solidFill>
                  <a:srgbClr val="558ED5"/>
                </a:solidFill>
              </a:rPr>
              <a:t>THIS CLASS WILL REQUIRE YOUR UNDIVIDED ATTENTION</a:t>
            </a:r>
          </a:p>
          <a:p>
            <a:r>
              <a:rPr lang="en-US" dirty="0">
                <a:solidFill>
                  <a:srgbClr val="558ED5"/>
                </a:solidFill>
              </a:rPr>
              <a:t>ASK QUESTIONS AND STOP THE INSTRUCTOR IF YOU DON’T UNDERSTAND SOMETHING, IT’S YOUR TIME.</a:t>
            </a:r>
          </a:p>
          <a:p>
            <a:r>
              <a:rPr lang="en-US" dirty="0">
                <a:solidFill>
                  <a:srgbClr val="558ED5"/>
                </a:solidFill>
              </a:rPr>
              <a:t>PLEASE DON’T WORK ALONE IN THE LABS. ALWAYS TWO PEOPLE AT ALL TIMES</a:t>
            </a:r>
          </a:p>
          <a:p>
            <a:endParaRPr lang="en-US" dirty="0">
              <a:solidFill>
                <a:srgbClr val="558ED5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9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76092"/>
                </a:solidFill>
              </a:rPr>
              <a:t>GRADING AND ASSIGNMENTS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7 CLOSED BOOK QUIZES - 10 POINTS EACH</a:t>
            </a: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EXAM PART 1 (OPEN BOOK): THEORY QUESTIONS, SHORT ANSWERS AND MULTIPLE CHOICE - 150 POINTS</a:t>
            </a: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EXAM PART 2: HANDS ON DEMONSTRATION – 50 POINTS</a:t>
            </a: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TOTAL POINTS: 270</a:t>
            </a:r>
          </a:p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MINIMUM GRADE TO PASS IS 189 POINTS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9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CLASS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558ED5"/>
                </a:solidFill>
              </a:rPr>
              <a:t>We will start the days with theory and do a couple of hours of lab towards the end of the day.</a:t>
            </a:r>
          </a:p>
          <a:p>
            <a:r>
              <a:rPr lang="en-US" dirty="0">
                <a:solidFill>
                  <a:srgbClr val="558ED5"/>
                </a:solidFill>
              </a:rPr>
              <a:t>First day or two mostly theory</a:t>
            </a:r>
          </a:p>
          <a:p>
            <a:r>
              <a:rPr lang="en-US" dirty="0">
                <a:solidFill>
                  <a:srgbClr val="558ED5"/>
                </a:solidFill>
              </a:rPr>
              <a:t>More lab time towards the end of the week.</a:t>
            </a:r>
          </a:p>
          <a:p>
            <a:r>
              <a:rPr lang="en-US" dirty="0">
                <a:solidFill>
                  <a:srgbClr val="558ED5"/>
                </a:solidFill>
              </a:rPr>
              <a:t>Class will be 8:30am to 5pm most days and it will be notified otherwise.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8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DAY 1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MR SAFETY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SYSTEM NAMES AND HISTORY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MR BASIC SYSTEM OVERVIEW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MR OVERVIEW LAB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MR PHYSICS (PART 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DAY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Quiz 1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Quiz overview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 DOCUMENTATION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CONSOLES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HP Computer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Software Load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72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DAY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Quiz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SOFTWARE LOAD LAB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Signa HD - </a:t>
            </a:r>
            <a:r>
              <a:rPr lang="en-US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HDxt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SYSTEM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System Lab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GE MR PM Training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PM Lab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DAY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Final Exam after lunch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Calibration and </a:t>
            </a:r>
            <a:r>
              <a:rPr lang="en-US" sz="1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Diag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Training via Manual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Calibration Lab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Troubleshooting Training and info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Troubleshooting Lab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74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52600"/>
            <a:ext cx="9144000" cy="6858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rgbClr val="558ED5"/>
                </a:solidFill>
              </a:rPr>
              <a:t>ANY QUESTIONS?</a:t>
            </a:r>
          </a:p>
        </p:txBody>
      </p:sp>
      <p:pic>
        <p:nvPicPr>
          <p:cNvPr id="5" name="Picture 4" descr="questionmark-banner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00" y="2438400"/>
            <a:ext cx="5803900" cy="334367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57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19091</TotalTime>
  <Words>281</Words>
  <Application>Microsoft Office PowerPoint</Application>
  <PresentationFormat>On-screen Show (4:3)</PresentationFormat>
  <Paragraphs>61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Rounded MT Bold</vt:lpstr>
      <vt:lpstr>Calibri</vt:lpstr>
      <vt:lpstr>Office Theme</vt:lpstr>
      <vt:lpstr>GE MRI SERVICE SYLLABUS</vt:lpstr>
      <vt:lpstr>PowerPoint Presentation</vt:lpstr>
      <vt:lpstr>FEW RULES </vt:lpstr>
      <vt:lpstr>GRADING AND ASSIGNMENTS </vt:lpstr>
      <vt:lpstr>CLASS MECHANICS</vt:lpstr>
      <vt:lpstr>Schedule</vt:lpstr>
      <vt:lpstr>Schedule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Mike J</cp:lastModifiedBy>
  <cp:revision>328</cp:revision>
  <dcterms:created xsi:type="dcterms:W3CDTF">2013-11-14T01:22:54Z</dcterms:created>
  <dcterms:modified xsi:type="dcterms:W3CDTF">2024-09-09T23:53:45Z</dcterms:modified>
</cp:coreProperties>
</file>