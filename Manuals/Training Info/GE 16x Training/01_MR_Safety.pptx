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70" r:id="rId3"/>
    <p:sldId id="271" r:id="rId4"/>
    <p:sldId id="272" r:id="rId5"/>
    <p:sldId id="273" r:id="rId6"/>
    <p:sldId id="281" r:id="rId7"/>
    <p:sldId id="274" r:id="rId8"/>
    <p:sldId id="275" r:id="rId9"/>
    <p:sldId id="276" r:id="rId10"/>
    <p:sldId id="277" r:id="rId11"/>
    <p:sldId id="268" r:id="rId12"/>
    <p:sldId id="279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804B559-4AD5-4381-B8A5-A774E6964806}" v="18" dt="2024-05-09T15:05:09.5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652" autoAdjust="0"/>
  </p:normalViewPr>
  <p:slideViewPr>
    <p:cSldViewPr>
      <p:cViewPr varScale="1">
        <p:scale>
          <a:sx n="98" d="100"/>
          <a:sy n="98" d="100"/>
        </p:scale>
        <p:origin x="768" y="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ke J" userId="22cf0bdf11e74b3e" providerId="LiveId" clId="{F804B559-4AD5-4381-B8A5-A774E6964806}"/>
    <pc:docChg chg="undo custSel delSld modSld">
      <pc:chgData name="Mike J" userId="22cf0bdf11e74b3e" providerId="LiveId" clId="{F804B559-4AD5-4381-B8A5-A774E6964806}" dt="2024-05-09T15:05:09.578" v="444" actId="20577"/>
      <pc:docMkLst>
        <pc:docMk/>
      </pc:docMkLst>
      <pc:sldChg chg="delSp mod">
        <pc:chgData name="Mike J" userId="22cf0bdf11e74b3e" providerId="LiveId" clId="{F804B559-4AD5-4381-B8A5-A774E6964806}" dt="2024-05-08T00:08:17.102" v="0" actId="478"/>
        <pc:sldMkLst>
          <pc:docMk/>
          <pc:sldMk cId="0" sldId="256"/>
        </pc:sldMkLst>
        <pc:picChg chg="del">
          <ac:chgData name="Mike J" userId="22cf0bdf11e74b3e" providerId="LiveId" clId="{F804B559-4AD5-4381-B8A5-A774E6964806}" dt="2024-05-08T00:08:17.102" v="0" actId="478"/>
          <ac:picMkLst>
            <pc:docMk/>
            <pc:sldMk cId="0" sldId="256"/>
            <ac:picMk id="7" creationId="{00000000-0000-0000-0000-000000000000}"/>
          </ac:picMkLst>
        </pc:picChg>
      </pc:sldChg>
      <pc:sldChg chg="del">
        <pc:chgData name="Mike J" userId="22cf0bdf11e74b3e" providerId="LiveId" clId="{F804B559-4AD5-4381-B8A5-A774E6964806}" dt="2024-05-08T00:21:43.712" v="426" actId="2696"/>
        <pc:sldMkLst>
          <pc:docMk/>
          <pc:sldMk cId="0" sldId="257"/>
        </pc:sldMkLst>
      </pc:sldChg>
      <pc:sldChg chg="addSp delSp modSp mod modClrScheme chgLayout">
        <pc:chgData name="Mike J" userId="22cf0bdf11e74b3e" providerId="LiveId" clId="{F804B559-4AD5-4381-B8A5-A774E6964806}" dt="2024-05-08T00:13:42.135" v="143" actId="26606"/>
        <pc:sldMkLst>
          <pc:docMk/>
          <pc:sldMk cId="2671940310" sldId="270"/>
        </pc:sldMkLst>
        <pc:spChg chg="mod">
          <ac:chgData name="Mike J" userId="22cf0bdf11e74b3e" providerId="LiveId" clId="{F804B559-4AD5-4381-B8A5-A774E6964806}" dt="2024-05-08T00:13:42.135" v="143" actId="26606"/>
          <ac:spMkLst>
            <pc:docMk/>
            <pc:sldMk cId="2671940310" sldId="270"/>
            <ac:spMk id="2" creationId="{00000000-0000-0000-0000-000000000000}"/>
          </ac:spMkLst>
        </pc:spChg>
        <pc:spChg chg="add del">
          <ac:chgData name="Mike J" userId="22cf0bdf11e74b3e" providerId="LiveId" clId="{F804B559-4AD5-4381-B8A5-A774E6964806}" dt="2024-05-08T00:13:42.135" v="143" actId="26606"/>
          <ac:spMkLst>
            <pc:docMk/>
            <pc:sldMk cId="2671940310" sldId="270"/>
            <ac:spMk id="3" creationId="{00000000-0000-0000-0000-000000000000}"/>
          </ac:spMkLst>
        </pc:spChg>
        <pc:spChg chg="add del mod">
          <ac:chgData name="Mike J" userId="22cf0bdf11e74b3e" providerId="LiveId" clId="{F804B559-4AD5-4381-B8A5-A774E6964806}" dt="2024-05-08T00:13:42.088" v="142" actId="26606"/>
          <ac:spMkLst>
            <pc:docMk/>
            <pc:sldMk cId="2671940310" sldId="270"/>
            <ac:spMk id="9" creationId="{3105DC11-60A5-2D19-3021-028F4584B0A4}"/>
          </ac:spMkLst>
        </pc:spChg>
        <pc:graphicFrameChg chg="add del mod">
          <ac:chgData name="Mike J" userId="22cf0bdf11e74b3e" providerId="LiveId" clId="{F804B559-4AD5-4381-B8A5-A774E6964806}" dt="2024-05-08T00:13:42.088" v="142" actId="26606"/>
          <ac:graphicFrameMkLst>
            <pc:docMk/>
            <pc:sldMk cId="2671940310" sldId="270"/>
            <ac:graphicFrameMk id="5" creationId="{BB35A3FE-8372-5F52-6AD8-24DAC0A80B5C}"/>
          </ac:graphicFrameMkLst>
        </pc:graphicFrameChg>
        <pc:graphicFrameChg chg="add">
          <ac:chgData name="Mike J" userId="22cf0bdf11e74b3e" providerId="LiveId" clId="{F804B559-4AD5-4381-B8A5-A774E6964806}" dt="2024-05-08T00:13:42.135" v="143" actId="26606"/>
          <ac:graphicFrameMkLst>
            <pc:docMk/>
            <pc:sldMk cId="2671940310" sldId="270"/>
            <ac:graphicFrameMk id="11" creationId="{848807DB-1D32-EBFA-87E3-8F83B89A62E4}"/>
          </ac:graphicFrameMkLst>
        </pc:graphicFrameChg>
      </pc:sldChg>
      <pc:sldChg chg="addSp delSp modSp mod">
        <pc:chgData name="Mike J" userId="22cf0bdf11e74b3e" providerId="LiveId" clId="{F804B559-4AD5-4381-B8A5-A774E6964806}" dt="2024-05-08T00:13:12.670" v="140" actId="26606"/>
        <pc:sldMkLst>
          <pc:docMk/>
          <pc:sldMk cId="2413803007" sldId="272"/>
        </pc:sldMkLst>
        <pc:spChg chg="mod">
          <ac:chgData name="Mike J" userId="22cf0bdf11e74b3e" providerId="LiveId" clId="{F804B559-4AD5-4381-B8A5-A774E6964806}" dt="2024-05-08T00:13:12.670" v="140" actId="26606"/>
          <ac:spMkLst>
            <pc:docMk/>
            <pc:sldMk cId="2413803007" sldId="272"/>
            <ac:spMk id="2" creationId="{00000000-0000-0000-0000-000000000000}"/>
          </ac:spMkLst>
        </pc:spChg>
        <pc:spChg chg="del mod">
          <ac:chgData name="Mike J" userId="22cf0bdf11e74b3e" providerId="LiveId" clId="{F804B559-4AD5-4381-B8A5-A774E6964806}" dt="2024-05-08T00:13:12.670" v="140" actId="26606"/>
          <ac:spMkLst>
            <pc:docMk/>
            <pc:sldMk cId="2413803007" sldId="272"/>
            <ac:spMk id="3" creationId="{00000000-0000-0000-0000-000000000000}"/>
          </ac:spMkLst>
        </pc:spChg>
        <pc:graphicFrameChg chg="add">
          <ac:chgData name="Mike J" userId="22cf0bdf11e74b3e" providerId="LiveId" clId="{F804B559-4AD5-4381-B8A5-A774E6964806}" dt="2024-05-08T00:13:12.670" v="140" actId="26606"/>
          <ac:graphicFrameMkLst>
            <pc:docMk/>
            <pc:sldMk cId="2413803007" sldId="272"/>
            <ac:graphicFrameMk id="5" creationId="{BA7B728D-2CD3-C854-A41A-524E9175A48C}"/>
          </ac:graphicFrameMkLst>
        </pc:graphicFrameChg>
      </pc:sldChg>
      <pc:sldChg chg="modSp mod">
        <pc:chgData name="Mike J" userId="22cf0bdf11e74b3e" providerId="LiveId" clId="{F804B559-4AD5-4381-B8A5-A774E6964806}" dt="2024-05-08T00:10:41.022" v="81" actId="20577"/>
        <pc:sldMkLst>
          <pc:docMk/>
          <pc:sldMk cId="2738449047" sldId="273"/>
        </pc:sldMkLst>
        <pc:spChg chg="mod">
          <ac:chgData name="Mike J" userId="22cf0bdf11e74b3e" providerId="LiveId" clId="{F804B559-4AD5-4381-B8A5-A774E6964806}" dt="2024-05-08T00:10:41.022" v="81" actId="20577"/>
          <ac:spMkLst>
            <pc:docMk/>
            <pc:sldMk cId="2738449047" sldId="273"/>
            <ac:spMk id="3" creationId="{00000000-0000-0000-0000-000000000000}"/>
          </ac:spMkLst>
        </pc:spChg>
      </pc:sldChg>
      <pc:sldChg chg="addSp delSp modSp mod modClrScheme chgLayout">
        <pc:chgData name="Mike J" userId="22cf0bdf11e74b3e" providerId="LiveId" clId="{F804B559-4AD5-4381-B8A5-A774E6964806}" dt="2024-05-08T00:12:49.108" v="139" actId="20577"/>
        <pc:sldMkLst>
          <pc:docMk/>
          <pc:sldMk cId="395595901" sldId="274"/>
        </pc:sldMkLst>
        <pc:spChg chg="mod">
          <ac:chgData name="Mike J" userId="22cf0bdf11e74b3e" providerId="LiveId" clId="{F804B559-4AD5-4381-B8A5-A774E6964806}" dt="2024-05-08T00:12:22.932" v="93" actId="26606"/>
          <ac:spMkLst>
            <pc:docMk/>
            <pc:sldMk cId="395595901" sldId="274"/>
            <ac:spMk id="2" creationId="{00000000-0000-0000-0000-000000000000}"/>
          </ac:spMkLst>
        </pc:spChg>
        <pc:spChg chg="add del">
          <ac:chgData name="Mike J" userId="22cf0bdf11e74b3e" providerId="LiveId" clId="{F804B559-4AD5-4381-B8A5-A774E6964806}" dt="2024-05-08T00:12:22.932" v="93" actId="26606"/>
          <ac:spMkLst>
            <pc:docMk/>
            <pc:sldMk cId="395595901" sldId="274"/>
            <ac:spMk id="3" creationId="{00000000-0000-0000-0000-000000000000}"/>
          </ac:spMkLst>
        </pc:spChg>
        <pc:spChg chg="add del mod">
          <ac:chgData name="Mike J" userId="22cf0bdf11e74b3e" providerId="LiveId" clId="{F804B559-4AD5-4381-B8A5-A774E6964806}" dt="2024-05-08T00:12:22.854" v="92" actId="26606"/>
          <ac:spMkLst>
            <pc:docMk/>
            <pc:sldMk cId="395595901" sldId="274"/>
            <ac:spMk id="9" creationId="{C6577A39-EF2E-7235-EFAD-CA05916D6D38}"/>
          </ac:spMkLst>
        </pc:spChg>
        <pc:spChg chg="add mod">
          <ac:chgData name="Mike J" userId="22cf0bdf11e74b3e" providerId="LiveId" clId="{F804B559-4AD5-4381-B8A5-A774E6964806}" dt="2024-05-08T00:12:49.108" v="139" actId="20577"/>
          <ac:spMkLst>
            <pc:docMk/>
            <pc:sldMk cId="395595901" sldId="274"/>
            <ac:spMk id="11" creationId="{5E3B3E97-FF2A-3DBB-F657-AEAECBF7A82D}"/>
          </ac:spMkLst>
        </pc:spChg>
        <pc:graphicFrameChg chg="add del mod">
          <ac:chgData name="Mike J" userId="22cf0bdf11e74b3e" providerId="LiveId" clId="{F804B559-4AD5-4381-B8A5-A774E6964806}" dt="2024-05-08T00:12:22.854" v="92" actId="26606"/>
          <ac:graphicFrameMkLst>
            <pc:docMk/>
            <pc:sldMk cId="395595901" sldId="274"/>
            <ac:graphicFrameMk id="5" creationId="{1CF4F4B2-5297-AA4F-056B-6DE04A1E718C}"/>
          </ac:graphicFrameMkLst>
        </pc:graphicFrameChg>
        <pc:graphicFrameChg chg="add mod">
          <ac:chgData name="Mike J" userId="22cf0bdf11e74b3e" providerId="LiveId" clId="{F804B559-4AD5-4381-B8A5-A774E6964806}" dt="2024-05-08T00:12:22.932" v="93" actId="26606"/>
          <ac:graphicFrameMkLst>
            <pc:docMk/>
            <pc:sldMk cId="395595901" sldId="274"/>
            <ac:graphicFrameMk id="12" creationId="{D9F1A7D3-6EF9-9734-67A0-6F9E1EBFBB5D}"/>
          </ac:graphicFrameMkLst>
        </pc:graphicFrameChg>
      </pc:sldChg>
      <pc:sldChg chg="addSp delSp modSp mod modClrScheme chgLayout">
        <pc:chgData name="Mike J" userId="22cf0bdf11e74b3e" providerId="LiveId" clId="{F804B559-4AD5-4381-B8A5-A774E6964806}" dt="2024-05-09T15:05:09.578" v="444" actId="20577"/>
        <pc:sldMkLst>
          <pc:docMk/>
          <pc:sldMk cId="3635864820" sldId="275"/>
        </pc:sldMkLst>
        <pc:spChg chg="mod">
          <ac:chgData name="Mike J" userId="22cf0bdf11e74b3e" providerId="LiveId" clId="{F804B559-4AD5-4381-B8A5-A774E6964806}" dt="2024-05-08T00:12:11.797" v="90" actId="26606"/>
          <ac:spMkLst>
            <pc:docMk/>
            <pc:sldMk cId="3635864820" sldId="275"/>
            <ac:spMk id="2" creationId="{00000000-0000-0000-0000-000000000000}"/>
          </ac:spMkLst>
        </pc:spChg>
        <pc:spChg chg="add del mod">
          <ac:chgData name="Mike J" userId="22cf0bdf11e74b3e" providerId="LiveId" clId="{F804B559-4AD5-4381-B8A5-A774E6964806}" dt="2024-05-08T00:12:11.797" v="90" actId="26606"/>
          <ac:spMkLst>
            <pc:docMk/>
            <pc:sldMk cId="3635864820" sldId="275"/>
            <ac:spMk id="3" creationId="{00000000-0000-0000-0000-000000000000}"/>
          </ac:spMkLst>
        </pc:spChg>
        <pc:spChg chg="add del mod">
          <ac:chgData name="Mike J" userId="22cf0bdf11e74b3e" providerId="LiveId" clId="{F804B559-4AD5-4381-B8A5-A774E6964806}" dt="2024-05-08T00:11:49.664" v="83" actId="26606"/>
          <ac:spMkLst>
            <pc:docMk/>
            <pc:sldMk cId="3635864820" sldId="275"/>
            <ac:spMk id="8" creationId="{F8D3B766-61BF-B522-F6E5-84342FCD2BC9}"/>
          </ac:spMkLst>
        </pc:spChg>
        <pc:graphicFrameChg chg="add del">
          <ac:chgData name="Mike J" userId="22cf0bdf11e74b3e" providerId="LiveId" clId="{F804B559-4AD5-4381-B8A5-A774E6964806}" dt="2024-05-08T00:12:08.003" v="85" actId="26606"/>
          <ac:graphicFrameMkLst>
            <pc:docMk/>
            <pc:sldMk cId="3635864820" sldId="275"/>
            <ac:graphicFrameMk id="5" creationId="{3FDCF371-6BE1-6A71-8CA1-C2395B5F8A71}"/>
          </ac:graphicFrameMkLst>
        </pc:graphicFrameChg>
        <pc:graphicFrameChg chg="add del">
          <ac:chgData name="Mike J" userId="22cf0bdf11e74b3e" providerId="LiveId" clId="{F804B559-4AD5-4381-B8A5-A774E6964806}" dt="2024-05-08T00:12:10.359" v="87" actId="26606"/>
          <ac:graphicFrameMkLst>
            <pc:docMk/>
            <pc:sldMk cId="3635864820" sldId="275"/>
            <ac:graphicFrameMk id="7" creationId="{A67EDB64-CE55-5CB3-37F2-53124C3C3A95}"/>
          </ac:graphicFrameMkLst>
        </pc:graphicFrameChg>
        <pc:graphicFrameChg chg="add del">
          <ac:chgData name="Mike J" userId="22cf0bdf11e74b3e" providerId="LiveId" clId="{F804B559-4AD5-4381-B8A5-A774E6964806}" dt="2024-05-08T00:12:11.750" v="89" actId="26606"/>
          <ac:graphicFrameMkLst>
            <pc:docMk/>
            <pc:sldMk cId="3635864820" sldId="275"/>
            <ac:graphicFrameMk id="9" creationId="{3FDCF371-6BE1-6A71-8CA1-C2395B5F8A71}"/>
          </ac:graphicFrameMkLst>
        </pc:graphicFrameChg>
        <pc:graphicFrameChg chg="add mod">
          <ac:chgData name="Mike J" userId="22cf0bdf11e74b3e" providerId="LiveId" clId="{F804B559-4AD5-4381-B8A5-A774E6964806}" dt="2024-05-09T15:05:09.578" v="444" actId="20577"/>
          <ac:graphicFrameMkLst>
            <pc:docMk/>
            <pc:sldMk cId="3635864820" sldId="275"/>
            <ac:graphicFrameMk id="11" creationId="{A67EDB64-CE55-5CB3-37F2-53124C3C3A95}"/>
          </ac:graphicFrameMkLst>
        </pc:graphicFrameChg>
      </pc:sldChg>
      <pc:sldChg chg="addSp delSp modSp mod modClrScheme chgLayout">
        <pc:chgData name="Mike J" userId="22cf0bdf11e74b3e" providerId="LiveId" clId="{F804B559-4AD5-4381-B8A5-A774E6964806}" dt="2024-05-08T00:18:29.578" v="341" actId="20577"/>
        <pc:sldMkLst>
          <pc:docMk/>
          <pc:sldMk cId="2744640289" sldId="276"/>
        </pc:sldMkLst>
        <pc:spChg chg="mod">
          <ac:chgData name="Mike J" userId="22cf0bdf11e74b3e" providerId="LiveId" clId="{F804B559-4AD5-4381-B8A5-A774E6964806}" dt="2024-05-08T00:16:45.268" v="235" actId="26606"/>
          <ac:spMkLst>
            <pc:docMk/>
            <pc:sldMk cId="2744640289" sldId="276"/>
            <ac:spMk id="2" creationId="{00000000-0000-0000-0000-000000000000}"/>
          </ac:spMkLst>
        </pc:spChg>
        <pc:spChg chg="del mod">
          <ac:chgData name="Mike J" userId="22cf0bdf11e74b3e" providerId="LiveId" clId="{F804B559-4AD5-4381-B8A5-A774E6964806}" dt="2024-05-08T00:16:45.268" v="235" actId="26606"/>
          <ac:spMkLst>
            <pc:docMk/>
            <pc:sldMk cId="2744640289" sldId="276"/>
            <ac:spMk id="3" creationId="{00000000-0000-0000-0000-000000000000}"/>
          </ac:spMkLst>
        </pc:spChg>
        <pc:spChg chg="add del mod">
          <ac:chgData name="Mike J" userId="22cf0bdf11e74b3e" providerId="LiveId" clId="{F804B559-4AD5-4381-B8A5-A774E6964806}" dt="2024-05-08T00:16:32.693" v="232" actId="26606"/>
          <ac:spMkLst>
            <pc:docMk/>
            <pc:sldMk cId="2744640289" sldId="276"/>
            <ac:spMk id="8" creationId="{55CBDAE9-0D11-62A2-1388-6E467C232349}"/>
          </ac:spMkLst>
        </pc:spChg>
        <pc:spChg chg="add mod">
          <ac:chgData name="Mike J" userId="22cf0bdf11e74b3e" providerId="LiveId" clId="{F804B559-4AD5-4381-B8A5-A774E6964806}" dt="2024-05-08T00:18:29.578" v="341" actId="20577"/>
          <ac:spMkLst>
            <pc:docMk/>
            <pc:sldMk cId="2744640289" sldId="276"/>
            <ac:spMk id="9" creationId="{524CD2FD-E047-539A-C97C-E9F45E11EDD1}"/>
          </ac:spMkLst>
        </pc:spChg>
        <pc:graphicFrameChg chg="add">
          <ac:chgData name="Mike J" userId="22cf0bdf11e74b3e" providerId="LiveId" clId="{F804B559-4AD5-4381-B8A5-A774E6964806}" dt="2024-05-08T00:16:45.268" v="235" actId="26606"/>
          <ac:graphicFrameMkLst>
            <pc:docMk/>
            <pc:sldMk cId="2744640289" sldId="276"/>
            <ac:graphicFrameMk id="5" creationId="{9F750774-94DE-62B4-2F92-55AFD0C19B78}"/>
          </ac:graphicFrameMkLst>
        </pc:graphicFrameChg>
      </pc:sldChg>
      <pc:sldChg chg="addSp delSp modSp mod">
        <pc:chgData name="Mike J" userId="22cf0bdf11e74b3e" providerId="LiveId" clId="{F804B559-4AD5-4381-B8A5-A774E6964806}" dt="2024-05-08T00:20:48.263" v="425" actId="26606"/>
        <pc:sldMkLst>
          <pc:docMk/>
          <pc:sldMk cId="4791162" sldId="277"/>
        </pc:sldMkLst>
        <pc:spChg chg="mod">
          <ac:chgData name="Mike J" userId="22cf0bdf11e74b3e" providerId="LiveId" clId="{F804B559-4AD5-4381-B8A5-A774E6964806}" dt="2024-05-08T00:20:48.263" v="425" actId="26606"/>
          <ac:spMkLst>
            <pc:docMk/>
            <pc:sldMk cId="4791162" sldId="277"/>
            <ac:spMk id="2" creationId="{00000000-0000-0000-0000-000000000000}"/>
          </ac:spMkLst>
        </pc:spChg>
        <pc:spChg chg="del mod">
          <ac:chgData name="Mike J" userId="22cf0bdf11e74b3e" providerId="LiveId" clId="{F804B559-4AD5-4381-B8A5-A774E6964806}" dt="2024-05-08T00:20:48.263" v="425" actId="26606"/>
          <ac:spMkLst>
            <pc:docMk/>
            <pc:sldMk cId="4791162" sldId="277"/>
            <ac:spMk id="3" creationId="{00000000-0000-0000-0000-000000000000}"/>
          </ac:spMkLst>
        </pc:spChg>
        <pc:graphicFrameChg chg="add">
          <ac:chgData name="Mike J" userId="22cf0bdf11e74b3e" providerId="LiveId" clId="{F804B559-4AD5-4381-B8A5-A774E6964806}" dt="2024-05-08T00:20:48.263" v="425" actId="26606"/>
          <ac:graphicFrameMkLst>
            <pc:docMk/>
            <pc:sldMk cId="4791162" sldId="277"/>
            <ac:graphicFrameMk id="5" creationId="{70D936BE-020C-71E7-A853-88476C7533B5}"/>
          </ac:graphicFrameMkLst>
        </pc:graphicFrameChg>
      </pc:sldChg>
      <pc:sldChg chg="modSp mod">
        <pc:chgData name="Mike J" userId="22cf0bdf11e74b3e" providerId="LiveId" clId="{F804B559-4AD5-4381-B8A5-A774E6964806}" dt="2024-05-09T15:02:37.949" v="431" actId="33524"/>
        <pc:sldMkLst>
          <pc:docMk/>
          <pc:sldMk cId="2868407180" sldId="281"/>
        </pc:sldMkLst>
        <pc:spChg chg="mod">
          <ac:chgData name="Mike J" userId="22cf0bdf11e74b3e" providerId="LiveId" clId="{F804B559-4AD5-4381-B8A5-A774E6964806}" dt="2024-05-09T15:02:37.949" v="431" actId="33524"/>
          <ac:spMkLst>
            <pc:docMk/>
            <pc:sldMk cId="2868407180" sldId="281"/>
            <ac:spMk id="3" creationId="{00000000-0000-0000-0000-000000000000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E513C61-074C-4289-985F-AFD57BEF9F3A}" type="doc">
      <dgm:prSet loTypeId="urn:microsoft.com/office/officeart/2018/2/layout/IconLabel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9C2CF114-7F31-44CC-B851-B8EA6F21086E}">
      <dgm:prSet/>
      <dgm:spPr/>
      <dgm:t>
        <a:bodyPr/>
        <a:lstStyle/>
        <a:p>
          <a:r>
            <a:rPr lang="en-US"/>
            <a:t>Understand the dangers of MRI and how to avoid them</a:t>
          </a:r>
        </a:p>
      </dgm:t>
    </dgm:pt>
    <dgm:pt modelId="{B5A72A93-BBA0-4444-865C-73C3879EA761}" type="parTrans" cxnId="{A18635FC-FC2C-43E7-BF53-FC751E923FD0}">
      <dgm:prSet/>
      <dgm:spPr/>
      <dgm:t>
        <a:bodyPr/>
        <a:lstStyle/>
        <a:p>
          <a:endParaRPr lang="en-US"/>
        </a:p>
      </dgm:t>
    </dgm:pt>
    <dgm:pt modelId="{4E00CE98-B8C2-4050-8F9E-1FDAC5F3508E}" type="sibTrans" cxnId="{A18635FC-FC2C-43E7-BF53-FC751E923FD0}">
      <dgm:prSet/>
      <dgm:spPr/>
      <dgm:t>
        <a:bodyPr/>
        <a:lstStyle/>
        <a:p>
          <a:endParaRPr lang="en-US"/>
        </a:p>
      </dgm:t>
    </dgm:pt>
    <dgm:pt modelId="{D140D4DC-7B36-416D-A184-B00E818C3EB5}">
      <dgm:prSet/>
      <dgm:spPr/>
      <dgm:t>
        <a:bodyPr/>
        <a:lstStyle/>
        <a:p>
          <a:r>
            <a:rPr lang="en-US"/>
            <a:t>Be able to identify the different types of safety hazards in MR</a:t>
          </a:r>
        </a:p>
      </dgm:t>
    </dgm:pt>
    <dgm:pt modelId="{6CA2011F-4614-4444-AB5E-9E4588B3F34F}" type="parTrans" cxnId="{8EF8F7D8-D110-413F-BD91-B8BB29217CC4}">
      <dgm:prSet/>
      <dgm:spPr/>
      <dgm:t>
        <a:bodyPr/>
        <a:lstStyle/>
        <a:p>
          <a:endParaRPr lang="en-US"/>
        </a:p>
      </dgm:t>
    </dgm:pt>
    <dgm:pt modelId="{57742BEB-59A4-400A-8468-0F4289FB6CE8}" type="sibTrans" cxnId="{8EF8F7D8-D110-413F-BD91-B8BB29217CC4}">
      <dgm:prSet/>
      <dgm:spPr/>
      <dgm:t>
        <a:bodyPr/>
        <a:lstStyle/>
        <a:p>
          <a:endParaRPr lang="en-US"/>
        </a:p>
      </dgm:t>
    </dgm:pt>
    <dgm:pt modelId="{C5409352-7DD6-465C-B58D-198125BB3C60}">
      <dgm:prSet/>
      <dgm:spPr/>
      <dgm:t>
        <a:bodyPr/>
        <a:lstStyle/>
        <a:p>
          <a:r>
            <a:rPr lang="en-US"/>
            <a:t>Become familiar with the basic MR procedures to be able to perform them or assist an MR expert to perform them safely </a:t>
          </a:r>
        </a:p>
      </dgm:t>
    </dgm:pt>
    <dgm:pt modelId="{048C2CC7-C587-4C65-965A-4C2704506186}" type="parTrans" cxnId="{AEB8C76D-71FB-414B-BB58-D723B9F71EAD}">
      <dgm:prSet/>
      <dgm:spPr/>
      <dgm:t>
        <a:bodyPr/>
        <a:lstStyle/>
        <a:p>
          <a:endParaRPr lang="en-US"/>
        </a:p>
      </dgm:t>
    </dgm:pt>
    <dgm:pt modelId="{0C6070D1-44CC-4410-8FF9-57739019CC2B}" type="sibTrans" cxnId="{AEB8C76D-71FB-414B-BB58-D723B9F71EAD}">
      <dgm:prSet/>
      <dgm:spPr/>
      <dgm:t>
        <a:bodyPr/>
        <a:lstStyle/>
        <a:p>
          <a:endParaRPr lang="en-US"/>
        </a:p>
      </dgm:t>
    </dgm:pt>
    <dgm:pt modelId="{66505D7D-9313-47A1-8743-2973BB153733}" type="pres">
      <dgm:prSet presAssocID="{CE513C61-074C-4289-985F-AFD57BEF9F3A}" presName="root" presStyleCnt="0">
        <dgm:presLayoutVars>
          <dgm:dir/>
          <dgm:resizeHandles val="exact"/>
        </dgm:presLayoutVars>
      </dgm:prSet>
      <dgm:spPr/>
    </dgm:pt>
    <dgm:pt modelId="{0503F5DD-9A26-4F64-BB6E-17DE812C0FB0}" type="pres">
      <dgm:prSet presAssocID="{9C2CF114-7F31-44CC-B851-B8EA6F21086E}" presName="compNode" presStyleCnt="0"/>
      <dgm:spPr/>
    </dgm:pt>
    <dgm:pt modelId="{2C563974-6424-41B2-BC25-791C4810631F}" type="pres">
      <dgm:prSet presAssocID="{9C2CF114-7F31-44CC-B851-B8EA6F21086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in in head"/>
        </a:ext>
      </dgm:extLst>
    </dgm:pt>
    <dgm:pt modelId="{C3479702-70E3-4E93-85BD-F7ACF4160CDE}" type="pres">
      <dgm:prSet presAssocID="{9C2CF114-7F31-44CC-B851-B8EA6F21086E}" presName="spaceRect" presStyleCnt="0"/>
      <dgm:spPr/>
    </dgm:pt>
    <dgm:pt modelId="{0C46FFB2-1BA4-49F7-ABE3-650DE73B15FB}" type="pres">
      <dgm:prSet presAssocID="{9C2CF114-7F31-44CC-B851-B8EA6F21086E}" presName="textRect" presStyleLbl="revTx" presStyleIdx="0" presStyleCnt="3">
        <dgm:presLayoutVars>
          <dgm:chMax val="1"/>
          <dgm:chPref val="1"/>
        </dgm:presLayoutVars>
      </dgm:prSet>
      <dgm:spPr/>
    </dgm:pt>
    <dgm:pt modelId="{38BBE6B0-46E8-4616-9F02-F9BD679459D4}" type="pres">
      <dgm:prSet presAssocID="{4E00CE98-B8C2-4050-8F9E-1FDAC5F3508E}" presName="sibTrans" presStyleCnt="0"/>
      <dgm:spPr/>
    </dgm:pt>
    <dgm:pt modelId="{16BFBC46-8E32-4FF4-8556-78765B4D3B11}" type="pres">
      <dgm:prSet presAssocID="{D140D4DC-7B36-416D-A184-B00E818C3EB5}" presName="compNode" presStyleCnt="0"/>
      <dgm:spPr/>
    </dgm:pt>
    <dgm:pt modelId="{BEB4B4A0-4085-4786-B593-B8532C3ADE8D}" type="pres">
      <dgm:prSet presAssocID="{D140D4DC-7B36-416D-A184-B00E818C3EB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944CE9C1-D4D6-459C-A96A-4A1A51A561F8}" type="pres">
      <dgm:prSet presAssocID="{D140D4DC-7B36-416D-A184-B00E818C3EB5}" presName="spaceRect" presStyleCnt="0"/>
      <dgm:spPr/>
    </dgm:pt>
    <dgm:pt modelId="{2BBC48FE-CBE2-415E-A2A7-A1E26D9856B1}" type="pres">
      <dgm:prSet presAssocID="{D140D4DC-7B36-416D-A184-B00E818C3EB5}" presName="textRect" presStyleLbl="revTx" presStyleIdx="1" presStyleCnt="3">
        <dgm:presLayoutVars>
          <dgm:chMax val="1"/>
          <dgm:chPref val="1"/>
        </dgm:presLayoutVars>
      </dgm:prSet>
      <dgm:spPr/>
    </dgm:pt>
    <dgm:pt modelId="{7FCAC9C1-649D-48AD-907D-980B33CBD97F}" type="pres">
      <dgm:prSet presAssocID="{57742BEB-59A4-400A-8468-0F4289FB6CE8}" presName="sibTrans" presStyleCnt="0"/>
      <dgm:spPr/>
    </dgm:pt>
    <dgm:pt modelId="{07FCD6FF-0BA0-41F5-AAEA-8F9E8264D465}" type="pres">
      <dgm:prSet presAssocID="{C5409352-7DD6-465C-B58D-198125BB3C60}" presName="compNode" presStyleCnt="0"/>
      <dgm:spPr/>
    </dgm:pt>
    <dgm:pt modelId="{2580C5EC-561D-4F25-99D6-C3464632CBFE}" type="pres">
      <dgm:prSet presAssocID="{C5409352-7DD6-465C-B58D-198125BB3C6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tor"/>
        </a:ext>
      </dgm:extLst>
    </dgm:pt>
    <dgm:pt modelId="{BF7D80FF-B7DF-44FD-AEFE-14C96C972D94}" type="pres">
      <dgm:prSet presAssocID="{C5409352-7DD6-465C-B58D-198125BB3C60}" presName="spaceRect" presStyleCnt="0"/>
      <dgm:spPr/>
    </dgm:pt>
    <dgm:pt modelId="{4E707A31-14B3-452C-BDA8-39639DCD2902}" type="pres">
      <dgm:prSet presAssocID="{C5409352-7DD6-465C-B58D-198125BB3C60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D36BF36C-4F97-4052-A4CE-0C16724F8C08}" type="presOf" srcId="{D140D4DC-7B36-416D-A184-B00E818C3EB5}" destId="{2BBC48FE-CBE2-415E-A2A7-A1E26D9856B1}" srcOrd="0" destOrd="0" presId="urn:microsoft.com/office/officeart/2018/2/layout/IconLabelList"/>
    <dgm:cxn modelId="{AEB8C76D-71FB-414B-BB58-D723B9F71EAD}" srcId="{CE513C61-074C-4289-985F-AFD57BEF9F3A}" destId="{C5409352-7DD6-465C-B58D-198125BB3C60}" srcOrd="2" destOrd="0" parTransId="{048C2CC7-C587-4C65-965A-4C2704506186}" sibTransId="{0C6070D1-44CC-4410-8FF9-57739019CC2B}"/>
    <dgm:cxn modelId="{F1A3DB54-CD85-49B5-A7E6-282027E7ED63}" type="presOf" srcId="{CE513C61-074C-4289-985F-AFD57BEF9F3A}" destId="{66505D7D-9313-47A1-8743-2973BB153733}" srcOrd="0" destOrd="0" presId="urn:microsoft.com/office/officeart/2018/2/layout/IconLabelList"/>
    <dgm:cxn modelId="{DEC7419B-D70B-4938-AEA8-A3C34CF6986D}" type="presOf" srcId="{C5409352-7DD6-465C-B58D-198125BB3C60}" destId="{4E707A31-14B3-452C-BDA8-39639DCD2902}" srcOrd="0" destOrd="0" presId="urn:microsoft.com/office/officeart/2018/2/layout/IconLabelList"/>
    <dgm:cxn modelId="{331CEBB7-FD09-466C-9A01-7FEB67FD5EA6}" type="presOf" srcId="{9C2CF114-7F31-44CC-B851-B8EA6F21086E}" destId="{0C46FFB2-1BA4-49F7-ABE3-650DE73B15FB}" srcOrd="0" destOrd="0" presId="urn:microsoft.com/office/officeart/2018/2/layout/IconLabelList"/>
    <dgm:cxn modelId="{8EF8F7D8-D110-413F-BD91-B8BB29217CC4}" srcId="{CE513C61-074C-4289-985F-AFD57BEF9F3A}" destId="{D140D4DC-7B36-416D-A184-B00E818C3EB5}" srcOrd="1" destOrd="0" parTransId="{6CA2011F-4614-4444-AB5E-9E4588B3F34F}" sibTransId="{57742BEB-59A4-400A-8468-0F4289FB6CE8}"/>
    <dgm:cxn modelId="{A18635FC-FC2C-43E7-BF53-FC751E923FD0}" srcId="{CE513C61-074C-4289-985F-AFD57BEF9F3A}" destId="{9C2CF114-7F31-44CC-B851-B8EA6F21086E}" srcOrd="0" destOrd="0" parTransId="{B5A72A93-BBA0-4444-865C-73C3879EA761}" sibTransId="{4E00CE98-B8C2-4050-8F9E-1FDAC5F3508E}"/>
    <dgm:cxn modelId="{E40D6C2E-4012-43D2-A541-77573A88F6FC}" type="presParOf" srcId="{66505D7D-9313-47A1-8743-2973BB153733}" destId="{0503F5DD-9A26-4F64-BB6E-17DE812C0FB0}" srcOrd="0" destOrd="0" presId="urn:microsoft.com/office/officeart/2018/2/layout/IconLabelList"/>
    <dgm:cxn modelId="{9E3EE260-6A0B-4DC3-86F1-5D942DBDF998}" type="presParOf" srcId="{0503F5DD-9A26-4F64-BB6E-17DE812C0FB0}" destId="{2C563974-6424-41B2-BC25-791C4810631F}" srcOrd="0" destOrd="0" presId="urn:microsoft.com/office/officeart/2018/2/layout/IconLabelList"/>
    <dgm:cxn modelId="{3D2C5CED-1B1E-48DA-ACA1-D03E8E0A734D}" type="presParOf" srcId="{0503F5DD-9A26-4F64-BB6E-17DE812C0FB0}" destId="{C3479702-70E3-4E93-85BD-F7ACF4160CDE}" srcOrd="1" destOrd="0" presId="urn:microsoft.com/office/officeart/2018/2/layout/IconLabelList"/>
    <dgm:cxn modelId="{752B0BC5-8660-416E-B31C-25D664A82167}" type="presParOf" srcId="{0503F5DD-9A26-4F64-BB6E-17DE812C0FB0}" destId="{0C46FFB2-1BA4-49F7-ABE3-650DE73B15FB}" srcOrd="2" destOrd="0" presId="urn:microsoft.com/office/officeart/2018/2/layout/IconLabelList"/>
    <dgm:cxn modelId="{5E8FBA2C-5261-42A8-8CD0-DBDE3C3E3B33}" type="presParOf" srcId="{66505D7D-9313-47A1-8743-2973BB153733}" destId="{38BBE6B0-46E8-4616-9F02-F9BD679459D4}" srcOrd="1" destOrd="0" presId="urn:microsoft.com/office/officeart/2018/2/layout/IconLabelList"/>
    <dgm:cxn modelId="{D6CC495B-CDF8-47D9-B6A4-2788AF582B93}" type="presParOf" srcId="{66505D7D-9313-47A1-8743-2973BB153733}" destId="{16BFBC46-8E32-4FF4-8556-78765B4D3B11}" srcOrd="2" destOrd="0" presId="urn:microsoft.com/office/officeart/2018/2/layout/IconLabelList"/>
    <dgm:cxn modelId="{280CE5FB-B56E-47DA-B14B-D412E0BD3D51}" type="presParOf" srcId="{16BFBC46-8E32-4FF4-8556-78765B4D3B11}" destId="{BEB4B4A0-4085-4786-B593-B8532C3ADE8D}" srcOrd="0" destOrd="0" presId="urn:microsoft.com/office/officeart/2018/2/layout/IconLabelList"/>
    <dgm:cxn modelId="{AC71CE75-F223-480A-A222-4151DD2B332F}" type="presParOf" srcId="{16BFBC46-8E32-4FF4-8556-78765B4D3B11}" destId="{944CE9C1-D4D6-459C-A96A-4A1A51A561F8}" srcOrd="1" destOrd="0" presId="urn:microsoft.com/office/officeart/2018/2/layout/IconLabelList"/>
    <dgm:cxn modelId="{A1106205-F6FD-42CD-BA67-932CAD1FF9DB}" type="presParOf" srcId="{16BFBC46-8E32-4FF4-8556-78765B4D3B11}" destId="{2BBC48FE-CBE2-415E-A2A7-A1E26D9856B1}" srcOrd="2" destOrd="0" presId="urn:microsoft.com/office/officeart/2018/2/layout/IconLabelList"/>
    <dgm:cxn modelId="{CE689F1B-AEF8-45E8-9DE4-3CB3CFA1D11A}" type="presParOf" srcId="{66505D7D-9313-47A1-8743-2973BB153733}" destId="{7FCAC9C1-649D-48AD-907D-980B33CBD97F}" srcOrd="3" destOrd="0" presId="urn:microsoft.com/office/officeart/2018/2/layout/IconLabelList"/>
    <dgm:cxn modelId="{5A2BBB67-8BE2-4EDB-99F4-DBFACE4885A4}" type="presParOf" srcId="{66505D7D-9313-47A1-8743-2973BB153733}" destId="{07FCD6FF-0BA0-41F5-AAEA-8F9E8264D465}" srcOrd="4" destOrd="0" presId="urn:microsoft.com/office/officeart/2018/2/layout/IconLabelList"/>
    <dgm:cxn modelId="{D86B8E5D-C433-4E0E-902D-F8A1811558C8}" type="presParOf" srcId="{07FCD6FF-0BA0-41F5-AAEA-8F9E8264D465}" destId="{2580C5EC-561D-4F25-99D6-C3464632CBFE}" srcOrd="0" destOrd="0" presId="urn:microsoft.com/office/officeart/2018/2/layout/IconLabelList"/>
    <dgm:cxn modelId="{89E034D6-1E1B-43AD-8918-4454378F0CEC}" type="presParOf" srcId="{07FCD6FF-0BA0-41F5-AAEA-8F9E8264D465}" destId="{BF7D80FF-B7DF-44FD-AEFE-14C96C972D94}" srcOrd="1" destOrd="0" presId="urn:microsoft.com/office/officeart/2018/2/layout/IconLabelList"/>
    <dgm:cxn modelId="{7051FEA2-BEDE-4FF4-B3C0-A0E35198AAF5}" type="presParOf" srcId="{07FCD6FF-0BA0-41F5-AAEA-8F9E8264D465}" destId="{4E707A31-14B3-452C-BDA8-39639DCD290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423BB5D-A692-4749-B58A-79E9B7A3CF98}" type="doc">
      <dgm:prSet loTypeId="urn:microsoft.com/office/officeart/2005/8/layout/list1" loCatId="list" qsTypeId="urn:microsoft.com/office/officeart/2005/8/quickstyle/simple2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9D20B9E-98AF-4A71-84F9-AEF2E362FB2C}">
      <dgm:prSet/>
      <dgm:spPr/>
      <dgm:t>
        <a:bodyPr/>
        <a:lstStyle/>
        <a:p>
          <a:r>
            <a:rPr lang="en-US"/>
            <a:t>Line voltage 480V three phase delta </a:t>
          </a:r>
        </a:p>
      </dgm:t>
    </dgm:pt>
    <dgm:pt modelId="{8453BF24-F5A3-4765-86EB-226C93AE886F}" type="parTrans" cxnId="{FD28F18B-6B74-4ABC-967E-DEBC430488C2}">
      <dgm:prSet/>
      <dgm:spPr/>
      <dgm:t>
        <a:bodyPr/>
        <a:lstStyle/>
        <a:p>
          <a:endParaRPr lang="en-US"/>
        </a:p>
      </dgm:t>
    </dgm:pt>
    <dgm:pt modelId="{D3ACF4AA-4814-4944-8FDA-A397970395FC}" type="sibTrans" cxnId="{FD28F18B-6B74-4ABC-967E-DEBC430488C2}">
      <dgm:prSet/>
      <dgm:spPr/>
      <dgm:t>
        <a:bodyPr/>
        <a:lstStyle/>
        <a:p>
          <a:endParaRPr lang="en-US"/>
        </a:p>
      </dgm:t>
    </dgm:pt>
    <dgm:pt modelId="{7C385A5B-C730-429C-B55C-136B06856223}">
      <dgm:prSet/>
      <dgm:spPr/>
      <dgm:t>
        <a:bodyPr/>
        <a:lstStyle/>
        <a:p>
          <a:r>
            <a:rPr lang="en-US"/>
            <a:t>500-1000VDC: </a:t>
          </a:r>
        </a:p>
      </dgm:t>
    </dgm:pt>
    <dgm:pt modelId="{755B48A6-AF77-4814-B203-6F22DC84067E}" type="parTrans" cxnId="{BCD20E1D-64C9-4F0E-B997-A9AF8395EDF7}">
      <dgm:prSet/>
      <dgm:spPr/>
      <dgm:t>
        <a:bodyPr/>
        <a:lstStyle/>
        <a:p>
          <a:endParaRPr lang="en-US"/>
        </a:p>
      </dgm:t>
    </dgm:pt>
    <dgm:pt modelId="{677F15CD-212C-48AA-A340-73928BA5CA42}" type="sibTrans" cxnId="{BCD20E1D-64C9-4F0E-B997-A9AF8395EDF7}">
      <dgm:prSet/>
      <dgm:spPr/>
      <dgm:t>
        <a:bodyPr/>
        <a:lstStyle/>
        <a:p>
          <a:endParaRPr lang="en-US"/>
        </a:p>
      </dgm:t>
    </dgm:pt>
    <dgm:pt modelId="{09220CC1-6D14-451E-B1E0-6389E2073586}">
      <dgm:prSet/>
      <dgm:spPr/>
      <dgm:t>
        <a:bodyPr/>
        <a:lstStyle/>
        <a:p>
          <a:r>
            <a:rPr lang="en-US"/>
            <a:t>SSM or Driver Module </a:t>
          </a:r>
        </a:p>
      </dgm:t>
    </dgm:pt>
    <dgm:pt modelId="{C2270963-2CB5-4967-9045-A6FD9717A3C2}" type="parTrans" cxnId="{3CDF7DC1-4935-49C9-93F9-54F7FF68D8E8}">
      <dgm:prSet/>
      <dgm:spPr/>
      <dgm:t>
        <a:bodyPr/>
        <a:lstStyle/>
        <a:p>
          <a:endParaRPr lang="en-US"/>
        </a:p>
      </dgm:t>
    </dgm:pt>
    <dgm:pt modelId="{50E827A8-33D4-49AB-9193-FD6C277D48D8}" type="sibTrans" cxnId="{3CDF7DC1-4935-49C9-93F9-54F7FF68D8E8}">
      <dgm:prSet/>
      <dgm:spPr/>
      <dgm:t>
        <a:bodyPr/>
        <a:lstStyle/>
        <a:p>
          <a:endParaRPr lang="en-US"/>
        </a:p>
      </dgm:t>
    </dgm:pt>
    <dgm:pt modelId="{DD1139D6-8FB7-4DDB-B2C6-2BF656206D9A}">
      <dgm:prSet/>
      <dgm:spPr/>
      <dgm:t>
        <a:bodyPr/>
        <a:lstStyle/>
        <a:p>
          <a:r>
            <a:rPr lang="en-US"/>
            <a:t>Hybrid splitter</a:t>
          </a:r>
        </a:p>
      </dgm:t>
    </dgm:pt>
    <dgm:pt modelId="{AE93033B-8736-4278-BB1A-82CB63F9B6C3}" type="parTrans" cxnId="{7364CB7C-3CDC-469B-B171-CAF8E772C4DB}">
      <dgm:prSet/>
      <dgm:spPr/>
      <dgm:t>
        <a:bodyPr/>
        <a:lstStyle/>
        <a:p>
          <a:endParaRPr lang="en-US"/>
        </a:p>
      </dgm:t>
    </dgm:pt>
    <dgm:pt modelId="{6CD6BDED-E2F3-4FB2-872D-9413C891373D}" type="sibTrans" cxnId="{7364CB7C-3CDC-469B-B171-CAF8E772C4DB}">
      <dgm:prSet/>
      <dgm:spPr/>
      <dgm:t>
        <a:bodyPr/>
        <a:lstStyle/>
        <a:p>
          <a:endParaRPr lang="en-US"/>
        </a:p>
      </dgm:t>
    </dgm:pt>
    <dgm:pt modelId="{DA6F093C-2DE2-4E7D-9B67-42504D824A45}">
      <dgm:prSet/>
      <dgm:spPr/>
      <dgm:t>
        <a:bodyPr/>
        <a:lstStyle/>
        <a:p>
          <a:r>
            <a:rPr lang="en-US"/>
            <a:t>Bias lines</a:t>
          </a:r>
        </a:p>
      </dgm:t>
    </dgm:pt>
    <dgm:pt modelId="{D47BCDE7-F03B-4C4E-A2DE-DD6BE58A24D8}" type="parTrans" cxnId="{EB625464-51D9-444B-8725-A7469922E3F4}">
      <dgm:prSet/>
      <dgm:spPr/>
      <dgm:t>
        <a:bodyPr/>
        <a:lstStyle/>
        <a:p>
          <a:endParaRPr lang="en-US"/>
        </a:p>
      </dgm:t>
    </dgm:pt>
    <dgm:pt modelId="{5B6A5CFF-24A2-461E-A8AA-FFBFCA7E326D}" type="sibTrans" cxnId="{EB625464-51D9-444B-8725-A7469922E3F4}">
      <dgm:prSet/>
      <dgm:spPr/>
      <dgm:t>
        <a:bodyPr/>
        <a:lstStyle/>
        <a:p>
          <a:endParaRPr lang="en-US"/>
        </a:p>
      </dgm:t>
    </dgm:pt>
    <dgm:pt modelId="{845E8BAD-5703-43B8-B694-5C20D80886B3}">
      <dgm:prSet/>
      <dgm:spPr/>
      <dgm:t>
        <a:bodyPr/>
        <a:lstStyle/>
        <a:p>
          <a:r>
            <a:rPr lang="en-US"/>
            <a:t>Coils</a:t>
          </a:r>
        </a:p>
      </dgm:t>
    </dgm:pt>
    <dgm:pt modelId="{6ADFC82E-E4C4-4EA1-A90C-EB30D95B8330}" type="parTrans" cxnId="{C6FC2381-6104-404A-B8F4-A4A37955CF83}">
      <dgm:prSet/>
      <dgm:spPr/>
      <dgm:t>
        <a:bodyPr/>
        <a:lstStyle/>
        <a:p>
          <a:endParaRPr lang="en-US"/>
        </a:p>
      </dgm:t>
    </dgm:pt>
    <dgm:pt modelId="{E84A3E04-A19A-45F9-BCD1-2F0145D77A81}" type="sibTrans" cxnId="{C6FC2381-6104-404A-B8F4-A4A37955CF83}">
      <dgm:prSet/>
      <dgm:spPr/>
      <dgm:t>
        <a:bodyPr/>
        <a:lstStyle/>
        <a:p>
          <a:endParaRPr lang="en-US"/>
        </a:p>
      </dgm:t>
    </dgm:pt>
    <dgm:pt modelId="{B695DD15-D70F-4D6D-94A0-2CE3916055A5}">
      <dgm:prSet/>
      <dgm:spPr/>
      <dgm:t>
        <a:bodyPr/>
        <a:lstStyle/>
        <a:p>
          <a:r>
            <a:rPr lang="en-US"/>
            <a:t>High voltage and currents:</a:t>
          </a:r>
        </a:p>
      </dgm:t>
    </dgm:pt>
    <dgm:pt modelId="{DB7C3705-18CC-477B-95C8-2A90CF657DCB}" type="parTrans" cxnId="{D28ED088-2A88-49D2-A3D1-1281BE99AECE}">
      <dgm:prSet/>
      <dgm:spPr/>
      <dgm:t>
        <a:bodyPr/>
        <a:lstStyle/>
        <a:p>
          <a:endParaRPr lang="en-US"/>
        </a:p>
      </dgm:t>
    </dgm:pt>
    <dgm:pt modelId="{AE77416D-627B-47D4-9800-B02E812A4DBA}" type="sibTrans" cxnId="{D28ED088-2A88-49D2-A3D1-1281BE99AECE}">
      <dgm:prSet/>
      <dgm:spPr/>
      <dgm:t>
        <a:bodyPr/>
        <a:lstStyle/>
        <a:p>
          <a:endParaRPr lang="en-US"/>
        </a:p>
      </dgm:t>
    </dgm:pt>
    <dgm:pt modelId="{12D00AAA-C166-4BF1-A990-6A9EC8551AD9}">
      <dgm:prSet/>
      <dgm:spPr/>
      <dgm:t>
        <a:bodyPr/>
        <a:lstStyle/>
        <a:p>
          <a:r>
            <a:rPr lang="en-US"/>
            <a:t>Back of the gradients</a:t>
          </a:r>
        </a:p>
      </dgm:t>
    </dgm:pt>
    <dgm:pt modelId="{374ABECB-0288-414E-8161-42F412FF9DAA}" type="parTrans" cxnId="{89115C42-F2C2-43FA-925A-A17535F2B100}">
      <dgm:prSet/>
      <dgm:spPr/>
      <dgm:t>
        <a:bodyPr/>
        <a:lstStyle/>
        <a:p>
          <a:endParaRPr lang="en-US"/>
        </a:p>
      </dgm:t>
    </dgm:pt>
    <dgm:pt modelId="{1BB65E4F-CF56-4F64-BF4C-B00C4CA283ED}" type="sibTrans" cxnId="{89115C42-F2C2-43FA-925A-A17535F2B100}">
      <dgm:prSet/>
      <dgm:spPr/>
      <dgm:t>
        <a:bodyPr/>
        <a:lstStyle/>
        <a:p>
          <a:endParaRPr lang="en-US"/>
        </a:p>
      </dgm:t>
    </dgm:pt>
    <dgm:pt modelId="{CC42CE05-B832-4678-AD51-E035EC0084DD}">
      <dgm:prSet/>
      <dgm:spPr/>
      <dgm:t>
        <a:bodyPr/>
        <a:lstStyle/>
        <a:p>
          <a:r>
            <a:rPr lang="en-US"/>
            <a:t>Gradient filter connections in both sides of the penetration panel</a:t>
          </a:r>
        </a:p>
      </dgm:t>
    </dgm:pt>
    <dgm:pt modelId="{6129AAE5-CC6C-435D-9A00-1A47D045D207}" type="parTrans" cxnId="{EC1E1B49-2AEA-4E19-A76C-9FA5FC33F28E}">
      <dgm:prSet/>
      <dgm:spPr/>
      <dgm:t>
        <a:bodyPr/>
        <a:lstStyle/>
        <a:p>
          <a:endParaRPr lang="en-US"/>
        </a:p>
      </dgm:t>
    </dgm:pt>
    <dgm:pt modelId="{DDE92B38-B8E8-4DBA-8FFB-DADA926513CF}" type="sibTrans" cxnId="{EC1E1B49-2AEA-4E19-A76C-9FA5FC33F28E}">
      <dgm:prSet/>
      <dgm:spPr/>
      <dgm:t>
        <a:bodyPr/>
        <a:lstStyle/>
        <a:p>
          <a:endParaRPr lang="en-US"/>
        </a:p>
      </dgm:t>
    </dgm:pt>
    <dgm:pt modelId="{E636B914-2F78-4D55-8664-3BB54EF201E5}">
      <dgm:prSet/>
      <dgm:spPr/>
      <dgm:t>
        <a:bodyPr/>
        <a:lstStyle/>
        <a:p>
          <a:r>
            <a:rPr lang="en-US"/>
            <a:t>Gradient coil connections</a:t>
          </a:r>
        </a:p>
      </dgm:t>
    </dgm:pt>
    <dgm:pt modelId="{75ECAF85-DC8C-4B0E-BCE4-CFBF6F2C13E5}" type="parTrans" cxnId="{66006109-B329-4878-9767-C57F03C470B7}">
      <dgm:prSet/>
      <dgm:spPr/>
      <dgm:t>
        <a:bodyPr/>
        <a:lstStyle/>
        <a:p>
          <a:endParaRPr lang="en-US"/>
        </a:p>
      </dgm:t>
    </dgm:pt>
    <dgm:pt modelId="{CD3BDCE7-FF5E-4C39-BBF4-C86033D9C769}" type="sibTrans" cxnId="{66006109-B329-4878-9767-C57F03C470B7}">
      <dgm:prSet/>
      <dgm:spPr/>
      <dgm:t>
        <a:bodyPr/>
        <a:lstStyle/>
        <a:p>
          <a:endParaRPr lang="en-US"/>
        </a:p>
      </dgm:t>
    </dgm:pt>
    <dgm:pt modelId="{58FE323C-C8DB-43AB-86EE-6ACFEF4820FC}">
      <dgm:prSet/>
      <dgm:spPr/>
      <dgm:t>
        <a:bodyPr/>
        <a:lstStyle/>
        <a:p>
          <a:r>
            <a:rPr lang="en-US"/>
            <a:t>PDU incoming Power connections</a:t>
          </a:r>
        </a:p>
      </dgm:t>
    </dgm:pt>
    <dgm:pt modelId="{810AC312-483F-4173-8783-7E685356723D}" type="parTrans" cxnId="{3CDE161E-BA51-499F-B665-6A7AAFD11EC5}">
      <dgm:prSet/>
      <dgm:spPr/>
      <dgm:t>
        <a:bodyPr/>
        <a:lstStyle/>
        <a:p>
          <a:endParaRPr lang="en-US"/>
        </a:p>
      </dgm:t>
    </dgm:pt>
    <dgm:pt modelId="{15A40B69-9882-4435-9201-7FD43A5826D9}" type="sibTrans" cxnId="{3CDE161E-BA51-499F-B665-6A7AAFD11EC5}">
      <dgm:prSet/>
      <dgm:spPr/>
      <dgm:t>
        <a:bodyPr/>
        <a:lstStyle/>
        <a:p>
          <a:endParaRPr lang="en-US"/>
        </a:p>
      </dgm:t>
    </dgm:pt>
    <dgm:pt modelId="{EA7542D0-3150-4E8D-BC16-866379CBB13A}" type="pres">
      <dgm:prSet presAssocID="{6423BB5D-A692-4749-B58A-79E9B7A3CF98}" presName="linear" presStyleCnt="0">
        <dgm:presLayoutVars>
          <dgm:dir/>
          <dgm:animLvl val="lvl"/>
          <dgm:resizeHandles val="exact"/>
        </dgm:presLayoutVars>
      </dgm:prSet>
      <dgm:spPr/>
    </dgm:pt>
    <dgm:pt modelId="{EEB544F7-A7A2-41AD-B49D-EC972F267E33}" type="pres">
      <dgm:prSet presAssocID="{79D20B9E-98AF-4A71-84F9-AEF2E362FB2C}" presName="parentLin" presStyleCnt="0"/>
      <dgm:spPr/>
    </dgm:pt>
    <dgm:pt modelId="{CAEED5E2-FDA1-4145-916F-355ECF6CFCF2}" type="pres">
      <dgm:prSet presAssocID="{79D20B9E-98AF-4A71-84F9-AEF2E362FB2C}" presName="parentLeftMargin" presStyleLbl="node1" presStyleIdx="0" presStyleCnt="3"/>
      <dgm:spPr/>
    </dgm:pt>
    <dgm:pt modelId="{B54124AF-94E0-4E08-B8C5-5A2BEC1FE28C}" type="pres">
      <dgm:prSet presAssocID="{79D20B9E-98AF-4A71-84F9-AEF2E362FB2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7937AFF-AB86-47B6-BD0A-DF8EB35D5F84}" type="pres">
      <dgm:prSet presAssocID="{79D20B9E-98AF-4A71-84F9-AEF2E362FB2C}" presName="negativeSpace" presStyleCnt="0"/>
      <dgm:spPr/>
    </dgm:pt>
    <dgm:pt modelId="{9D61A942-47DE-47E1-86F9-4734D2252F94}" type="pres">
      <dgm:prSet presAssocID="{79D20B9E-98AF-4A71-84F9-AEF2E362FB2C}" presName="childText" presStyleLbl="conFgAcc1" presStyleIdx="0" presStyleCnt="3">
        <dgm:presLayoutVars>
          <dgm:bulletEnabled val="1"/>
        </dgm:presLayoutVars>
      </dgm:prSet>
      <dgm:spPr/>
    </dgm:pt>
    <dgm:pt modelId="{A9340E0F-EA42-4977-B8E8-A547A4169DC4}" type="pres">
      <dgm:prSet presAssocID="{D3ACF4AA-4814-4944-8FDA-A397970395FC}" presName="spaceBetweenRectangles" presStyleCnt="0"/>
      <dgm:spPr/>
    </dgm:pt>
    <dgm:pt modelId="{C1324532-D7FB-4361-BE03-5EBC6A249C3A}" type="pres">
      <dgm:prSet presAssocID="{7C385A5B-C730-429C-B55C-136B06856223}" presName="parentLin" presStyleCnt="0"/>
      <dgm:spPr/>
    </dgm:pt>
    <dgm:pt modelId="{1D8C6E84-C3D2-49F3-BB36-7CBD2273E8C9}" type="pres">
      <dgm:prSet presAssocID="{7C385A5B-C730-429C-B55C-136B06856223}" presName="parentLeftMargin" presStyleLbl="node1" presStyleIdx="0" presStyleCnt="3"/>
      <dgm:spPr/>
    </dgm:pt>
    <dgm:pt modelId="{5E90CA5F-57E0-4825-9A14-FFD918A84E31}" type="pres">
      <dgm:prSet presAssocID="{7C385A5B-C730-429C-B55C-136B0685622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6E463CD-3117-4D73-8182-03AFFBA29081}" type="pres">
      <dgm:prSet presAssocID="{7C385A5B-C730-429C-B55C-136B06856223}" presName="negativeSpace" presStyleCnt="0"/>
      <dgm:spPr/>
    </dgm:pt>
    <dgm:pt modelId="{890BCD54-BC57-4B6E-B728-E0A05F9EEA32}" type="pres">
      <dgm:prSet presAssocID="{7C385A5B-C730-429C-B55C-136B06856223}" presName="childText" presStyleLbl="conFgAcc1" presStyleIdx="1" presStyleCnt="3">
        <dgm:presLayoutVars>
          <dgm:bulletEnabled val="1"/>
        </dgm:presLayoutVars>
      </dgm:prSet>
      <dgm:spPr/>
    </dgm:pt>
    <dgm:pt modelId="{67C0C524-2FFC-451C-8BD7-5EA9AD481EAD}" type="pres">
      <dgm:prSet presAssocID="{677F15CD-212C-48AA-A340-73928BA5CA42}" presName="spaceBetweenRectangles" presStyleCnt="0"/>
      <dgm:spPr/>
    </dgm:pt>
    <dgm:pt modelId="{97334AFB-C863-4AF4-A10D-BE4902A26624}" type="pres">
      <dgm:prSet presAssocID="{B695DD15-D70F-4D6D-94A0-2CE3916055A5}" presName="parentLin" presStyleCnt="0"/>
      <dgm:spPr/>
    </dgm:pt>
    <dgm:pt modelId="{0811CEE5-B9A1-474B-A84D-C2745D416154}" type="pres">
      <dgm:prSet presAssocID="{B695DD15-D70F-4D6D-94A0-2CE3916055A5}" presName="parentLeftMargin" presStyleLbl="node1" presStyleIdx="1" presStyleCnt="3"/>
      <dgm:spPr/>
    </dgm:pt>
    <dgm:pt modelId="{189EE8EF-4EC4-4E61-90FE-A655AC26DDFC}" type="pres">
      <dgm:prSet presAssocID="{B695DD15-D70F-4D6D-94A0-2CE3916055A5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E1C60003-5E5B-495A-8A4A-B5F4DF9926E2}" type="pres">
      <dgm:prSet presAssocID="{B695DD15-D70F-4D6D-94A0-2CE3916055A5}" presName="negativeSpace" presStyleCnt="0"/>
      <dgm:spPr/>
    </dgm:pt>
    <dgm:pt modelId="{B467259A-1EC2-417A-8C10-8C3CBF6BC30B}" type="pres">
      <dgm:prSet presAssocID="{B695DD15-D70F-4D6D-94A0-2CE3916055A5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66006109-B329-4878-9767-C57F03C470B7}" srcId="{B695DD15-D70F-4D6D-94A0-2CE3916055A5}" destId="{E636B914-2F78-4D55-8664-3BB54EF201E5}" srcOrd="2" destOrd="0" parTransId="{75ECAF85-DC8C-4B0E-BCE4-CFBF6F2C13E5}" sibTransId="{CD3BDCE7-FF5E-4C39-BBF4-C86033D9C769}"/>
    <dgm:cxn modelId="{82CC190A-63A6-467A-931B-A26E1813B3F1}" type="presOf" srcId="{E636B914-2F78-4D55-8664-3BB54EF201E5}" destId="{B467259A-1EC2-417A-8C10-8C3CBF6BC30B}" srcOrd="0" destOrd="2" presId="urn:microsoft.com/office/officeart/2005/8/layout/list1"/>
    <dgm:cxn modelId="{E3F9D90B-AC7C-4645-8D6F-199773E03D39}" type="presOf" srcId="{79D20B9E-98AF-4A71-84F9-AEF2E362FB2C}" destId="{CAEED5E2-FDA1-4145-916F-355ECF6CFCF2}" srcOrd="0" destOrd="0" presId="urn:microsoft.com/office/officeart/2005/8/layout/list1"/>
    <dgm:cxn modelId="{24416B0E-916D-4F19-A74F-201435655330}" type="presOf" srcId="{B695DD15-D70F-4D6D-94A0-2CE3916055A5}" destId="{0811CEE5-B9A1-474B-A84D-C2745D416154}" srcOrd="0" destOrd="0" presId="urn:microsoft.com/office/officeart/2005/8/layout/list1"/>
    <dgm:cxn modelId="{7EB8C313-31AD-44CC-952D-B4B8CEA1B995}" type="presOf" srcId="{79D20B9E-98AF-4A71-84F9-AEF2E362FB2C}" destId="{B54124AF-94E0-4E08-B8C5-5A2BEC1FE28C}" srcOrd="1" destOrd="0" presId="urn:microsoft.com/office/officeart/2005/8/layout/list1"/>
    <dgm:cxn modelId="{BCD20E1D-64C9-4F0E-B997-A9AF8395EDF7}" srcId="{6423BB5D-A692-4749-B58A-79E9B7A3CF98}" destId="{7C385A5B-C730-429C-B55C-136B06856223}" srcOrd="1" destOrd="0" parTransId="{755B48A6-AF77-4814-B203-6F22DC84067E}" sibTransId="{677F15CD-212C-48AA-A340-73928BA5CA42}"/>
    <dgm:cxn modelId="{3CDE161E-BA51-499F-B665-6A7AAFD11EC5}" srcId="{B695DD15-D70F-4D6D-94A0-2CE3916055A5}" destId="{58FE323C-C8DB-43AB-86EE-6ACFEF4820FC}" srcOrd="3" destOrd="0" parTransId="{810AC312-483F-4173-8783-7E685356723D}" sibTransId="{15A40B69-9882-4435-9201-7FD43A5826D9}"/>
    <dgm:cxn modelId="{15E80321-9538-4E45-B909-EC26354444DA}" type="presOf" srcId="{7C385A5B-C730-429C-B55C-136B06856223}" destId="{1D8C6E84-C3D2-49F3-BB36-7CBD2273E8C9}" srcOrd="0" destOrd="0" presId="urn:microsoft.com/office/officeart/2005/8/layout/list1"/>
    <dgm:cxn modelId="{CB380334-2E46-43F1-8B22-83C9D2622E86}" type="presOf" srcId="{09220CC1-6D14-451E-B1E0-6389E2073586}" destId="{890BCD54-BC57-4B6E-B728-E0A05F9EEA32}" srcOrd="0" destOrd="0" presId="urn:microsoft.com/office/officeart/2005/8/layout/list1"/>
    <dgm:cxn modelId="{77D7CB3C-C74C-462A-8170-46784DCEFE71}" type="presOf" srcId="{B695DD15-D70F-4D6D-94A0-2CE3916055A5}" destId="{189EE8EF-4EC4-4E61-90FE-A655AC26DDFC}" srcOrd="1" destOrd="0" presId="urn:microsoft.com/office/officeart/2005/8/layout/list1"/>
    <dgm:cxn modelId="{5B4A0D60-88FB-469A-9EDD-D180D18B862F}" type="presOf" srcId="{845E8BAD-5703-43B8-B694-5C20D80886B3}" destId="{890BCD54-BC57-4B6E-B728-E0A05F9EEA32}" srcOrd="0" destOrd="3" presId="urn:microsoft.com/office/officeart/2005/8/layout/list1"/>
    <dgm:cxn modelId="{AAF80162-48CB-4D25-8B47-37369533C36E}" type="presOf" srcId="{12D00AAA-C166-4BF1-A990-6A9EC8551AD9}" destId="{B467259A-1EC2-417A-8C10-8C3CBF6BC30B}" srcOrd="0" destOrd="0" presId="urn:microsoft.com/office/officeart/2005/8/layout/list1"/>
    <dgm:cxn modelId="{89115C42-F2C2-43FA-925A-A17535F2B100}" srcId="{B695DD15-D70F-4D6D-94A0-2CE3916055A5}" destId="{12D00AAA-C166-4BF1-A990-6A9EC8551AD9}" srcOrd="0" destOrd="0" parTransId="{374ABECB-0288-414E-8161-42F412FF9DAA}" sibTransId="{1BB65E4F-CF56-4F64-BF4C-B00C4CA283ED}"/>
    <dgm:cxn modelId="{EB625464-51D9-444B-8725-A7469922E3F4}" srcId="{7C385A5B-C730-429C-B55C-136B06856223}" destId="{DA6F093C-2DE2-4E7D-9B67-42504D824A45}" srcOrd="2" destOrd="0" parTransId="{D47BCDE7-F03B-4C4E-A2DE-DD6BE58A24D8}" sibTransId="{5B6A5CFF-24A2-461E-A8AA-FFBFCA7E326D}"/>
    <dgm:cxn modelId="{742D6966-1515-488C-9641-23D2FA005A34}" type="presOf" srcId="{6423BB5D-A692-4749-B58A-79E9B7A3CF98}" destId="{EA7542D0-3150-4E8D-BC16-866379CBB13A}" srcOrd="0" destOrd="0" presId="urn:microsoft.com/office/officeart/2005/8/layout/list1"/>
    <dgm:cxn modelId="{DAE55266-971E-45B3-8DB6-958040941C7C}" type="presOf" srcId="{7C385A5B-C730-429C-B55C-136B06856223}" destId="{5E90CA5F-57E0-4825-9A14-FFD918A84E31}" srcOrd="1" destOrd="0" presId="urn:microsoft.com/office/officeart/2005/8/layout/list1"/>
    <dgm:cxn modelId="{EC1E1B49-2AEA-4E19-A76C-9FA5FC33F28E}" srcId="{B695DD15-D70F-4D6D-94A0-2CE3916055A5}" destId="{CC42CE05-B832-4678-AD51-E035EC0084DD}" srcOrd="1" destOrd="0" parTransId="{6129AAE5-CC6C-435D-9A00-1A47D045D207}" sibTransId="{DDE92B38-B8E8-4DBA-8FFB-DADA926513CF}"/>
    <dgm:cxn modelId="{B1484473-0C7A-4B0D-98D7-4C4636A4F5E3}" type="presOf" srcId="{DA6F093C-2DE2-4E7D-9B67-42504D824A45}" destId="{890BCD54-BC57-4B6E-B728-E0A05F9EEA32}" srcOrd="0" destOrd="2" presId="urn:microsoft.com/office/officeart/2005/8/layout/list1"/>
    <dgm:cxn modelId="{01ED3154-A8B0-4984-9D58-E770885DD9EF}" type="presOf" srcId="{DD1139D6-8FB7-4DDB-B2C6-2BF656206D9A}" destId="{890BCD54-BC57-4B6E-B728-E0A05F9EEA32}" srcOrd="0" destOrd="1" presId="urn:microsoft.com/office/officeart/2005/8/layout/list1"/>
    <dgm:cxn modelId="{7364CB7C-3CDC-469B-B171-CAF8E772C4DB}" srcId="{7C385A5B-C730-429C-B55C-136B06856223}" destId="{DD1139D6-8FB7-4DDB-B2C6-2BF656206D9A}" srcOrd="1" destOrd="0" parTransId="{AE93033B-8736-4278-BB1A-82CB63F9B6C3}" sibTransId="{6CD6BDED-E2F3-4FB2-872D-9413C891373D}"/>
    <dgm:cxn modelId="{C6FC2381-6104-404A-B8F4-A4A37955CF83}" srcId="{7C385A5B-C730-429C-B55C-136B06856223}" destId="{845E8BAD-5703-43B8-B694-5C20D80886B3}" srcOrd="3" destOrd="0" parTransId="{6ADFC82E-E4C4-4EA1-A90C-EB30D95B8330}" sibTransId="{E84A3E04-A19A-45F9-BCD1-2F0145D77A81}"/>
    <dgm:cxn modelId="{D28ED088-2A88-49D2-A3D1-1281BE99AECE}" srcId="{6423BB5D-A692-4749-B58A-79E9B7A3CF98}" destId="{B695DD15-D70F-4D6D-94A0-2CE3916055A5}" srcOrd="2" destOrd="0" parTransId="{DB7C3705-18CC-477B-95C8-2A90CF657DCB}" sibTransId="{AE77416D-627B-47D4-9800-B02E812A4DBA}"/>
    <dgm:cxn modelId="{FD28F18B-6B74-4ABC-967E-DEBC430488C2}" srcId="{6423BB5D-A692-4749-B58A-79E9B7A3CF98}" destId="{79D20B9E-98AF-4A71-84F9-AEF2E362FB2C}" srcOrd="0" destOrd="0" parTransId="{8453BF24-F5A3-4765-86EB-226C93AE886F}" sibTransId="{D3ACF4AA-4814-4944-8FDA-A397970395FC}"/>
    <dgm:cxn modelId="{3F6F27A2-9434-47DC-9C4D-C7EFB2D1EB42}" type="presOf" srcId="{58FE323C-C8DB-43AB-86EE-6ACFEF4820FC}" destId="{B467259A-1EC2-417A-8C10-8C3CBF6BC30B}" srcOrd="0" destOrd="3" presId="urn:microsoft.com/office/officeart/2005/8/layout/list1"/>
    <dgm:cxn modelId="{3CDF7DC1-4935-49C9-93F9-54F7FF68D8E8}" srcId="{7C385A5B-C730-429C-B55C-136B06856223}" destId="{09220CC1-6D14-451E-B1E0-6389E2073586}" srcOrd="0" destOrd="0" parTransId="{C2270963-2CB5-4967-9045-A6FD9717A3C2}" sibTransId="{50E827A8-33D4-49AB-9193-FD6C277D48D8}"/>
    <dgm:cxn modelId="{03B956D3-E257-49B2-9089-009274034811}" type="presOf" srcId="{CC42CE05-B832-4678-AD51-E035EC0084DD}" destId="{B467259A-1EC2-417A-8C10-8C3CBF6BC30B}" srcOrd="0" destOrd="1" presId="urn:microsoft.com/office/officeart/2005/8/layout/list1"/>
    <dgm:cxn modelId="{A5E6AB49-4AB9-49D8-A6B8-4B69CC6D1DFB}" type="presParOf" srcId="{EA7542D0-3150-4E8D-BC16-866379CBB13A}" destId="{EEB544F7-A7A2-41AD-B49D-EC972F267E33}" srcOrd="0" destOrd="0" presId="urn:microsoft.com/office/officeart/2005/8/layout/list1"/>
    <dgm:cxn modelId="{DCF815E6-5382-4F87-9EE1-A08FFA328B97}" type="presParOf" srcId="{EEB544F7-A7A2-41AD-B49D-EC972F267E33}" destId="{CAEED5E2-FDA1-4145-916F-355ECF6CFCF2}" srcOrd="0" destOrd="0" presId="urn:microsoft.com/office/officeart/2005/8/layout/list1"/>
    <dgm:cxn modelId="{3F967339-D70F-4284-AB27-BD1F7231809D}" type="presParOf" srcId="{EEB544F7-A7A2-41AD-B49D-EC972F267E33}" destId="{B54124AF-94E0-4E08-B8C5-5A2BEC1FE28C}" srcOrd="1" destOrd="0" presId="urn:microsoft.com/office/officeart/2005/8/layout/list1"/>
    <dgm:cxn modelId="{BB8D07E7-23D8-4242-B14D-FDF30CA06727}" type="presParOf" srcId="{EA7542D0-3150-4E8D-BC16-866379CBB13A}" destId="{B7937AFF-AB86-47B6-BD0A-DF8EB35D5F84}" srcOrd="1" destOrd="0" presId="urn:microsoft.com/office/officeart/2005/8/layout/list1"/>
    <dgm:cxn modelId="{95536325-4DBA-46A5-B2CD-FE488A192A8C}" type="presParOf" srcId="{EA7542D0-3150-4E8D-BC16-866379CBB13A}" destId="{9D61A942-47DE-47E1-86F9-4734D2252F94}" srcOrd="2" destOrd="0" presId="urn:microsoft.com/office/officeart/2005/8/layout/list1"/>
    <dgm:cxn modelId="{B3E5A9C2-A448-4385-BCF3-CE92DDFABF66}" type="presParOf" srcId="{EA7542D0-3150-4E8D-BC16-866379CBB13A}" destId="{A9340E0F-EA42-4977-B8E8-A547A4169DC4}" srcOrd="3" destOrd="0" presId="urn:microsoft.com/office/officeart/2005/8/layout/list1"/>
    <dgm:cxn modelId="{4C01D53E-2B04-48A1-B43C-4BA2C3505D60}" type="presParOf" srcId="{EA7542D0-3150-4E8D-BC16-866379CBB13A}" destId="{C1324532-D7FB-4361-BE03-5EBC6A249C3A}" srcOrd="4" destOrd="0" presId="urn:microsoft.com/office/officeart/2005/8/layout/list1"/>
    <dgm:cxn modelId="{5BF3B65C-FAF7-4CA8-971B-F9F44604F214}" type="presParOf" srcId="{C1324532-D7FB-4361-BE03-5EBC6A249C3A}" destId="{1D8C6E84-C3D2-49F3-BB36-7CBD2273E8C9}" srcOrd="0" destOrd="0" presId="urn:microsoft.com/office/officeart/2005/8/layout/list1"/>
    <dgm:cxn modelId="{32B00185-0BC9-4BDE-8DA6-DD5160364636}" type="presParOf" srcId="{C1324532-D7FB-4361-BE03-5EBC6A249C3A}" destId="{5E90CA5F-57E0-4825-9A14-FFD918A84E31}" srcOrd="1" destOrd="0" presId="urn:microsoft.com/office/officeart/2005/8/layout/list1"/>
    <dgm:cxn modelId="{40CBA86C-4270-4B62-8255-9594E43A3118}" type="presParOf" srcId="{EA7542D0-3150-4E8D-BC16-866379CBB13A}" destId="{D6E463CD-3117-4D73-8182-03AFFBA29081}" srcOrd="5" destOrd="0" presId="urn:microsoft.com/office/officeart/2005/8/layout/list1"/>
    <dgm:cxn modelId="{18F47723-32FA-480C-9E8C-2C11BA719990}" type="presParOf" srcId="{EA7542D0-3150-4E8D-BC16-866379CBB13A}" destId="{890BCD54-BC57-4B6E-B728-E0A05F9EEA32}" srcOrd="6" destOrd="0" presId="urn:microsoft.com/office/officeart/2005/8/layout/list1"/>
    <dgm:cxn modelId="{BEA0AA4E-4C4B-4F30-80AB-A18D4C83CC52}" type="presParOf" srcId="{EA7542D0-3150-4E8D-BC16-866379CBB13A}" destId="{67C0C524-2FFC-451C-8BD7-5EA9AD481EAD}" srcOrd="7" destOrd="0" presId="urn:microsoft.com/office/officeart/2005/8/layout/list1"/>
    <dgm:cxn modelId="{00D5F8AF-22F1-4A3E-B42A-F7B7355ED5C9}" type="presParOf" srcId="{EA7542D0-3150-4E8D-BC16-866379CBB13A}" destId="{97334AFB-C863-4AF4-A10D-BE4902A26624}" srcOrd="8" destOrd="0" presId="urn:microsoft.com/office/officeart/2005/8/layout/list1"/>
    <dgm:cxn modelId="{B80AF5A0-A474-496D-A551-8987505B9569}" type="presParOf" srcId="{97334AFB-C863-4AF4-A10D-BE4902A26624}" destId="{0811CEE5-B9A1-474B-A84D-C2745D416154}" srcOrd="0" destOrd="0" presId="urn:microsoft.com/office/officeart/2005/8/layout/list1"/>
    <dgm:cxn modelId="{9D7797A7-B97D-4F61-ADBB-C52D2B530E47}" type="presParOf" srcId="{97334AFB-C863-4AF4-A10D-BE4902A26624}" destId="{189EE8EF-4EC4-4E61-90FE-A655AC26DDFC}" srcOrd="1" destOrd="0" presId="urn:microsoft.com/office/officeart/2005/8/layout/list1"/>
    <dgm:cxn modelId="{5B66B6DA-64A4-4AD4-9824-DCF447DC0E91}" type="presParOf" srcId="{EA7542D0-3150-4E8D-BC16-866379CBB13A}" destId="{E1C60003-5E5B-495A-8A4A-B5F4DF9926E2}" srcOrd="9" destOrd="0" presId="urn:microsoft.com/office/officeart/2005/8/layout/list1"/>
    <dgm:cxn modelId="{12ED82CF-D12D-4D95-8F1A-2B3AE07200BC}" type="presParOf" srcId="{EA7542D0-3150-4E8D-BC16-866379CBB13A}" destId="{B467259A-1EC2-417A-8C10-8C3CBF6BC30B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20BAF94-E28E-4234-AF1A-639808F06BD2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09FFC390-B501-4CB3-88F4-49041C23E841}">
      <dgm:prSet/>
      <dgm:spPr/>
      <dgm:t>
        <a:bodyPr/>
        <a:lstStyle/>
        <a:p>
          <a:r>
            <a:rPr lang="en-US"/>
            <a:t>Risk of pinching due to moving parts</a:t>
          </a:r>
        </a:p>
      </dgm:t>
    </dgm:pt>
    <dgm:pt modelId="{D8305762-81C6-46B6-AA61-040E06392B11}" type="parTrans" cxnId="{8C893EDD-4106-4365-B7E7-BEACE4D9C7DB}">
      <dgm:prSet/>
      <dgm:spPr/>
      <dgm:t>
        <a:bodyPr/>
        <a:lstStyle/>
        <a:p>
          <a:endParaRPr lang="en-US"/>
        </a:p>
      </dgm:t>
    </dgm:pt>
    <dgm:pt modelId="{15699D8D-E185-43F1-9FA9-2E6FB0229B09}" type="sibTrans" cxnId="{8C893EDD-4106-4365-B7E7-BEACE4D9C7DB}">
      <dgm:prSet/>
      <dgm:spPr/>
      <dgm:t>
        <a:bodyPr/>
        <a:lstStyle/>
        <a:p>
          <a:endParaRPr lang="en-US"/>
        </a:p>
      </dgm:t>
    </dgm:pt>
    <dgm:pt modelId="{F09541E3-2525-4288-B490-4B5819AAEEB5}">
      <dgm:prSet/>
      <dgm:spPr/>
      <dgm:t>
        <a:bodyPr/>
        <a:lstStyle/>
        <a:p>
          <a:r>
            <a:rPr lang="en-US"/>
            <a:t>Pay attention when working on the patient table without the covers</a:t>
          </a:r>
        </a:p>
      </dgm:t>
    </dgm:pt>
    <dgm:pt modelId="{BA53144E-B30C-49BF-87D4-25C761DACF3D}" type="parTrans" cxnId="{F36C55D1-BC14-458F-AE29-F84A5054328B}">
      <dgm:prSet/>
      <dgm:spPr/>
      <dgm:t>
        <a:bodyPr/>
        <a:lstStyle/>
        <a:p>
          <a:endParaRPr lang="en-US"/>
        </a:p>
      </dgm:t>
    </dgm:pt>
    <dgm:pt modelId="{3BF05464-D55D-42E9-B2BF-815BFF2A5363}" type="sibTrans" cxnId="{F36C55D1-BC14-458F-AE29-F84A5054328B}">
      <dgm:prSet/>
      <dgm:spPr/>
      <dgm:t>
        <a:bodyPr/>
        <a:lstStyle/>
        <a:p>
          <a:endParaRPr lang="en-US"/>
        </a:p>
      </dgm:t>
    </dgm:pt>
    <dgm:pt modelId="{4BC0E373-AA2F-4971-B5CE-C834F415D6C6}">
      <dgm:prSet/>
      <dgm:spPr/>
      <dgm:t>
        <a:bodyPr/>
        <a:lstStyle/>
        <a:p>
          <a:r>
            <a:rPr lang="en-US"/>
            <a:t>High risk in the motor/gear assembly for the cradle movement in the rear pedestal</a:t>
          </a:r>
        </a:p>
      </dgm:t>
    </dgm:pt>
    <dgm:pt modelId="{CFB29F4B-048B-4319-A70C-1F8413CD0A3B}" type="parTrans" cxnId="{005C230E-1791-4B42-BF0C-8B3CF7CD0607}">
      <dgm:prSet/>
      <dgm:spPr/>
      <dgm:t>
        <a:bodyPr/>
        <a:lstStyle/>
        <a:p>
          <a:endParaRPr lang="en-US"/>
        </a:p>
      </dgm:t>
    </dgm:pt>
    <dgm:pt modelId="{F87CE8D5-E980-41D5-B973-05147230E32C}" type="sibTrans" cxnId="{005C230E-1791-4B42-BF0C-8B3CF7CD0607}">
      <dgm:prSet/>
      <dgm:spPr/>
      <dgm:t>
        <a:bodyPr/>
        <a:lstStyle/>
        <a:p>
          <a:endParaRPr lang="en-US"/>
        </a:p>
      </dgm:t>
    </dgm:pt>
    <dgm:pt modelId="{DEF31CC6-4C6F-4BC2-90D2-0005328B6B0F}">
      <dgm:prSet/>
      <dgm:spPr/>
      <dgm:t>
        <a:bodyPr/>
        <a:lstStyle/>
        <a:p>
          <a:r>
            <a:rPr lang="en-US"/>
            <a:t>Never move the table unless you communicate with the other people in the room.</a:t>
          </a:r>
        </a:p>
      </dgm:t>
    </dgm:pt>
    <dgm:pt modelId="{66622421-4C9D-41CC-9B68-F2835AE8272B}" type="parTrans" cxnId="{F5FF6491-0AC1-4A8F-B133-FE4AD661CF2A}">
      <dgm:prSet/>
      <dgm:spPr/>
      <dgm:t>
        <a:bodyPr/>
        <a:lstStyle/>
        <a:p>
          <a:endParaRPr lang="en-US"/>
        </a:p>
      </dgm:t>
    </dgm:pt>
    <dgm:pt modelId="{A16A7F8A-7BB7-4DFD-BA5D-2F77C3AA98AE}" type="sibTrans" cxnId="{F5FF6491-0AC1-4A8F-B133-FE4AD661CF2A}">
      <dgm:prSet/>
      <dgm:spPr/>
      <dgm:t>
        <a:bodyPr/>
        <a:lstStyle/>
        <a:p>
          <a:endParaRPr lang="en-US"/>
        </a:p>
      </dgm:t>
    </dgm:pt>
    <dgm:pt modelId="{2F265144-5350-43BD-8BE9-6755EBF3741C}" type="pres">
      <dgm:prSet presAssocID="{F20BAF94-E28E-4234-AF1A-639808F06BD2}" presName="root" presStyleCnt="0">
        <dgm:presLayoutVars>
          <dgm:dir/>
          <dgm:resizeHandles val="exact"/>
        </dgm:presLayoutVars>
      </dgm:prSet>
      <dgm:spPr/>
    </dgm:pt>
    <dgm:pt modelId="{80CEFC9B-F4D7-41E1-9B48-6585A08BBA3C}" type="pres">
      <dgm:prSet presAssocID="{09FFC390-B501-4CB3-88F4-49041C23E841}" presName="compNode" presStyleCnt="0"/>
      <dgm:spPr/>
    </dgm:pt>
    <dgm:pt modelId="{A5DEC132-CA62-4245-B5D3-DC33BC0D9235}" type="pres">
      <dgm:prSet presAssocID="{09FFC390-B501-4CB3-88F4-49041C23E841}" presName="bgRect" presStyleLbl="bgShp" presStyleIdx="0" presStyleCnt="4"/>
      <dgm:spPr/>
    </dgm:pt>
    <dgm:pt modelId="{BBBBA07E-F9C5-46AF-90D2-78648B374989}" type="pres">
      <dgm:prSet presAssocID="{09FFC390-B501-4CB3-88F4-49041C23E84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F5796F60-36D7-4D8D-9370-81C85E01062F}" type="pres">
      <dgm:prSet presAssocID="{09FFC390-B501-4CB3-88F4-49041C23E841}" presName="spaceRect" presStyleCnt="0"/>
      <dgm:spPr/>
    </dgm:pt>
    <dgm:pt modelId="{B7BC545C-5809-4C5C-B73A-3ADEF574B03A}" type="pres">
      <dgm:prSet presAssocID="{09FFC390-B501-4CB3-88F4-49041C23E841}" presName="parTx" presStyleLbl="revTx" presStyleIdx="0" presStyleCnt="4">
        <dgm:presLayoutVars>
          <dgm:chMax val="0"/>
          <dgm:chPref val="0"/>
        </dgm:presLayoutVars>
      </dgm:prSet>
      <dgm:spPr/>
    </dgm:pt>
    <dgm:pt modelId="{2F19F37F-06D9-4F92-8992-541B898D69F6}" type="pres">
      <dgm:prSet presAssocID="{15699D8D-E185-43F1-9FA9-2E6FB0229B09}" presName="sibTrans" presStyleCnt="0"/>
      <dgm:spPr/>
    </dgm:pt>
    <dgm:pt modelId="{705E6157-CCAD-4832-8FF7-824C5A426EF1}" type="pres">
      <dgm:prSet presAssocID="{F09541E3-2525-4288-B490-4B5819AAEEB5}" presName="compNode" presStyleCnt="0"/>
      <dgm:spPr/>
    </dgm:pt>
    <dgm:pt modelId="{2A7D7D4B-574D-4EF6-A2CC-03FE1ED02AEF}" type="pres">
      <dgm:prSet presAssocID="{F09541E3-2525-4288-B490-4B5819AAEEB5}" presName="bgRect" presStyleLbl="bgShp" presStyleIdx="1" presStyleCnt="4"/>
      <dgm:spPr/>
    </dgm:pt>
    <dgm:pt modelId="{59FF1E07-77AC-47FA-987E-82E43A4CBB99}" type="pres">
      <dgm:prSet presAssocID="{F09541E3-2525-4288-B490-4B5819AAEEB5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08B4BB14-AC44-438D-B17E-252C040818E4}" type="pres">
      <dgm:prSet presAssocID="{F09541E3-2525-4288-B490-4B5819AAEEB5}" presName="spaceRect" presStyleCnt="0"/>
      <dgm:spPr/>
    </dgm:pt>
    <dgm:pt modelId="{F7B9F0B8-C598-45F8-BA3A-743CB817418D}" type="pres">
      <dgm:prSet presAssocID="{F09541E3-2525-4288-B490-4B5819AAEEB5}" presName="parTx" presStyleLbl="revTx" presStyleIdx="1" presStyleCnt="4">
        <dgm:presLayoutVars>
          <dgm:chMax val="0"/>
          <dgm:chPref val="0"/>
        </dgm:presLayoutVars>
      </dgm:prSet>
      <dgm:spPr/>
    </dgm:pt>
    <dgm:pt modelId="{387F96CB-FDDD-4F0F-989D-A9D3206CF7C6}" type="pres">
      <dgm:prSet presAssocID="{3BF05464-D55D-42E9-B2BF-815BFF2A5363}" presName="sibTrans" presStyleCnt="0"/>
      <dgm:spPr/>
    </dgm:pt>
    <dgm:pt modelId="{70E0D10E-505B-4EDF-AB48-2F83E6A8E899}" type="pres">
      <dgm:prSet presAssocID="{4BC0E373-AA2F-4971-B5CE-C834F415D6C6}" presName="compNode" presStyleCnt="0"/>
      <dgm:spPr/>
    </dgm:pt>
    <dgm:pt modelId="{6BF5BB1E-DFAA-4F05-81C0-3A641CA69A3A}" type="pres">
      <dgm:prSet presAssocID="{4BC0E373-AA2F-4971-B5CE-C834F415D6C6}" presName="bgRect" presStyleLbl="bgShp" presStyleIdx="2" presStyleCnt="4"/>
      <dgm:spPr/>
    </dgm:pt>
    <dgm:pt modelId="{D91C8A87-688D-428A-BD31-49DDD61BAA8B}" type="pres">
      <dgm:prSet presAssocID="{4BC0E373-AA2F-4971-B5CE-C834F415D6C6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heelbarrow"/>
        </a:ext>
      </dgm:extLst>
    </dgm:pt>
    <dgm:pt modelId="{00073C3D-619E-4E78-AF8D-4ABFA6AE0362}" type="pres">
      <dgm:prSet presAssocID="{4BC0E373-AA2F-4971-B5CE-C834F415D6C6}" presName="spaceRect" presStyleCnt="0"/>
      <dgm:spPr/>
    </dgm:pt>
    <dgm:pt modelId="{53FFC1F8-0CC6-43BB-B26A-2587A791E64B}" type="pres">
      <dgm:prSet presAssocID="{4BC0E373-AA2F-4971-B5CE-C834F415D6C6}" presName="parTx" presStyleLbl="revTx" presStyleIdx="2" presStyleCnt="4">
        <dgm:presLayoutVars>
          <dgm:chMax val="0"/>
          <dgm:chPref val="0"/>
        </dgm:presLayoutVars>
      </dgm:prSet>
      <dgm:spPr/>
    </dgm:pt>
    <dgm:pt modelId="{FFEA5E23-115B-4764-AAC8-BC89F8915A09}" type="pres">
      <dgm:prSet presAssocID="{F87CE8D5-E980-41D5-B973-05147230E32C}" presName="sibTrans" presStyleCnt="0"/>
      <dgm:spPr/>
    </dgm:pt>
    <dgm:pt modelId="{611ECD2F-8B66-46A2-AC5B-6A279DD8AD91}" type="pres">
      <dgm:prSet presAssocID="{DEF31CC6-4C6F-4BC2-90D2-0005328B6B0F}" presName="compNode" presStyleCnt="0"/>
      <dgm:spPr/>
    </dgm:pt>
    <dgm:pt modelId="{0BEB088B-C22D-4809-91DA-F22118B2C870}" type="pres">
      <dgm:prSet presAssocID="{DEF31CC6-4C6F-4BC2-90D2-0005328B6B0F}" presName="bgRect" presStyleLbl="bgShp" presStyleIdx="3" presStyleCnt="4"/>
      <dgm:spPr/>
    </dgm:pt>
    <dgm:pt modelId="{57096817-75FE-4F6B-8685-57B959DEB38B}" type="pres">
      <dgm:prSet presAssocID="{DEF31CC6-4C6F-4BC2-90D2-0005328B6B0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 Network"/>
        </a:ext>
      </dgm:extLst>
    </dgm:pt>
    <dgm:pt modelId="{C40EF347-444B-4B66-89FE-A7ECC3D5EC27}" type="pres">
      <dgm:prSet presAssocID="{DEF31CC6-4C6F-4BC2-90D2-0005328B6B0F}" presName="spaceRect" presStyleCnt="0"/>
      <dgm:spPr/>
    </dgm:pt>
    <dgm:pt modelId="{088E9C21-985E-4A51-98F4-8649CBCCF2E7}" type="pres">
      <dgm:prSet presAssocID="{DEF31CC6-4C6F-4BC2-90D2-0005328B6B0F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005C230E-1791-4B42-BF0C-8B3CF7CD0607}" srcId="{F20BAF94-E28E-4234-AF1A-639808F06BD2}" destId="{4BC0E373-AA2F-4971-B5CE-C834F415D6C6}" srcOrd="2" destOrd="0" parTransId="{CFB29F4B-048B-4319-A70C-1F8413CD0A3B}" sibTransId="{F87CE8D5-E980-41D5-B973-05147230E32C}"/>
    <dgm:cxn modelId="{8CFCCC30-C5F5-4A30-869F-0D53467E073D}" type="presOf" srcId="{4BC0E373-AA2F-4971-B5CE-C834F415D6C6}" destId="{53FFC1F8-0CC6-43BB-B26A-2587A791E64B}" srcOrd="0" destOrd="0" presId="urn:microsoft.com/office/officeart/2018/2/layout/IconVerticalSolidList"/>
    <dgm:cxn modelId="{DDEF665F-85F8-475B-B1C8-0FD1F290113C}" type="presOf" srcId="{09FFC390-B501-4CB3-88F4-49041C23E841}" destId="{B7BC545C-5809-4C5C-B73A-3ADEF574B03A}" srcOrd="0" destOrd="0" presId="urn:microsoft.com/office/officeart/2018/2/layout/IconVerticalSolidList"/>
    <dgm:cxn modelId="{AF489D63-7880-4ED8-9C5E-6A804D1D958C}" type="presOf" srcId="{F20BAF94-E28E-4234-AF1A-639808F06BD2}" destId="{2F265144-5350-43BD-8BE9-6755EBF3741C}" srcOrd="0" destOrd="0" presId="urn:microsoft.com/office/officeart/2018/2/layout/IconVerticalSolidList"/>
    <dgm:cxn modelId="{78FFFA68-3944-454D-B9DA-781C52E04D92}" type="presOf" srcId="{DEF31CC6-4C6F-4BC2-90D2-0005328B6B0F}" destId="{088E9C21-985E-4A51-98F4-8649CBCCF2E7}" srcOrd="0" destOrd="0" presId="urn:microsoft.com/office/officeart/2018/2/layout/IconVerticalSolidList"/>
    <dgm:cxn modelId="{B8A29651-0EFD-41B1-8C8D-C5B21EAEE42D}" type="presOf" srcId="{F09541E3-2525-4288-B490-4B5819AAEEB5}" destId="{F7B9F0B8-C598-45F8-BA3A-743CB817418D}" srcOrd="0" destOrd="0" presId="urn:microsoft.com/office/officeart/2018/2/layout/IconVerticalSolidList"/>
    <dgm:cxn modelId="{F5FF6491-0AC1-4A8F-B133-FE4AD661CF2A}" srcId="{F20BAF94-E28E-4234-AF1A-639808F06BD2}" destId="{DEF31CC6-4C6F-4BC2-90D2-0005328B6B0F}" srcOrd="3" destOrd="0" parTransId="{66622421-4C9D-41CC-9B68-F2835AE8272B}" sibTransId="{A16A7F8A-7BB7-4DFD-BA5D-2F77C3AA98AE}"/>
    <dgm:cxn modelId="{F36C55D1-BC14-458F-AE29-F84A5054328B}" srcId="{F20BAF94-E28E-4234-AF1A-639808F06BD2}" destId="{F09541E3-2525-4288-B490-4B5819AAEEB5}" srcOrd="1" destOrd="0" parTransId="{BA53144E-B30C-49BF-87D4-25C761DACF3D}" sibTransId="{3BF05464-D55D-42E9-B2BF-815BFF2A5363}"/>
    <dgm:cxn modelId="{8C893EDD-4106-4365-B7E7-BEACE4D9C7DB}" srcId="{F20BAF94-E28E-4234-AF1A-639808F06BD2}" destId="{09FFC390-B501-4CB3-88F4-49041C23E841}" srcOrd="0" destOrd="0" parTransId="{D8305762-81C6-46B6-AA61-040E06392B11}" sibTransId="{15699D8D-E185-43F1-9FA9-2E6FB0229B09}"/>
    <dgm:cxn modelId="{7596D420-CF7A-40DF-8081-16738BF7C7A2}" type="presParOf" srcId="{2F265144-5350-43BD-8BE9-6755EBF3741C}" destId="{80CEFC9B-F4D7-41E1-9B48-6585A08BBA3C}" srcOrd="0" destOrd="0" presId="urn:microsoft.com/office/officeart/2018/2/layout/IconVerticalSolidList"/>
    <dgm:cxn modelId="{90BD36A0-1725-48C7-98C5-B58784E1238D}" type="presParOf" srcId="{80CEFC9B-F4D7-41E1-9B48-6585A08BBA3C}" destId="{A5DEC132-CA62-4245-B5D3-DC33BC0D9235}" srcOrd="0" destOrd="0" presId="urn:microsoft.com/office/officeart/2018/2/layout/IconVerticalSolidList"/>
    <dgm:cxn modelId="{C6A848B0-FA03-4D59-8D1A-462B7E9226E0}" type="presParOf" srcId="{80CEFC9B-F4D7-41E1-9B48-6585A08BBA3C}" destId="{BBBBA07E-F9C5-46AF-90D2-78648B374989}" srcOrd="1" destOrd="0" presId="urn:microsoft.com/office/officeart/2018/2/layout/IconVerticalSolidList"/>
    <dgm:cxn modelId="{03BB5B16-EA85-4D4D-A1E9-8E8D61CE80CA}" type="presParOf" srcId="{80CEFC9B-F4D7-41E1-9B48-6585A08BBA3C}" destId="{F5796F60-36D7-4D8D-9370-81C85E01062F}" srcOrd="2" destOrd="0" presId="urn:microsoft.com/office/officeart/2018/2/layout/IconVerticalSolidList"/>
    <dgm:cxn modelId="{B5FAA933-B409-49ED-B999-F186FAB9DB7E}" type="presParOf" srcId="{80CEFC9B-F4D7-41E1-9B48-6585A08BBA3C}" destId="{B7BC545C-5809-4C5C-B73A-3ADEF574B03A}" srcOrd="3" destOrd="0" presId="urn:microsoft.com/office/officeart/2018/2/layout/IconVerticalSolidList"/>
    <dgm:cxn modelId="{27422262-ADC9-4900-9F9E-7DAC7BBD6CF1}" type="presParOf" srcId="{2F265144-5350-43BD-8BE9-6755EBF3741C}" destId="{2F19F37F-06D9-4F92-8992-541B898D69F6}" srcOrd="1" destOrd="0" presId="urn:microsoft.com/office/officeart/2018/2/layout/IconVerticalSolidList"/>
    <dgm:cxn modelId="{3A06529F-E04B-4CF5-9A0E-DABB75E9ABD9}" type="presParOf" srcId="{2F265144-5350-43BD-8BE9-6755EBF3741C}" destId="{705E6157-CCAD-4832-8FF7-824C5A426EF1}" srcOrd="2" destOrd="0" presId="urn:microsoft.com/office/officeart/2018/2/layout/IconVerticalSolidList"/>
    <dgm:cxn modelId="{1090BDB3-B15A-4922-BD05-A917C4C0D1EB}" type="presParOf" srcId="{705E6157-CCAD-4832-8FF7-824C5A426EF1}" destId="{2A7D7D4B-574D-4EF6-A2CC-03FE1ED02AEF}" srcOrd="0" destOrd="0" presId="urn:microsoft.com/office/officeart/2018/2/layout/IconVerticalSolidList"/>
    <dgm:cxn modelId="{53817684-835A-4474-A587-1F85A36E2C76}" type="presParOf" srcId="{705E6157-CCAD-4832-8FF7-824C5A426EF1}" destId="{59FF1E07-77AC-47FA-987E-82E43A4CBB99}" srcOrd="1" destOrd="0" presId="urn:microsoft.com/office/officeart/2018/2/layout/IconVerticalSolidList"/>
    <dgm:cxn modelId="{28D20E5E-5628-45CD-BC21-05B68746DF3A}" type="presParOf" srcId="{705E6157-CCAD-4832-8FF7-824C5A426EF1}" destId="{08B4BB14-AC44-438D-B17E-252C040818E4}" srcOrd="2" destOrd="0" presId="urn:microsoft.com/office/officeart/2018/2/layout/IconVerticalSolidList"/>
    <dgm:cxn modelId="{A69FAB99-2A1F-40AE-BCE4-A9DA616E1D6E}" type="presParOf" srcId="{705E6157-CCAD-4832-8FF7-824C5A426EF1}" destId="{F7B9F0B8-C598-45F8-BA3A-743CB817418D}" srcOrd="3" destOrd="0" presId="urn:microsoft.com/office/officeart/2018/2/layout/IconVerticalSolidList"/>
    <dgm:cxn modelId="{245D972E-742E-4DB5-9491-1C55752D2F60}" type="presParOf" srcId="{2F265144-5350-43BD-8BE9-6755EBF3741C}" destId="{387F96CB-FDDD-4F0F-989D-A9D3206CF7C6}" srcOrd="3" destOrd="0" presId="urn:microsoft.com/office/officeart/2018/2/layout/IconVerticalSolidList"/>
    <dgm:cxn modelId="{CC3A2199-AAD7-488A-AFE4-C40D642BDAE3}" type="presParOf" srcId="{2F265144-5350-43BD-8BE9-6755EBF3741C}" destId="{70E0D10E-505B-4EDF-AB48-2F83E6A8E899}" srcOrd="4" destOrd="0" presId="urn:microsoft.com/office/officeart/2018/2/layout/IconVerticalSolidList"/>
    <dgm:cxn modelId="{A93D7507-E12D-4056-AAAA-A0072C219698}" type="presParOf" srcId="{70E0D10E-505B-4EDF-AB48-2F83E6A8E899}" destId="{6BF5BB1E-DFAA-4F05-81C0-3A641CA69A3A}" srcOrd="0" destOrd="0" presId="urn:microsoft.com/office/officeart/2018/2/layout/IconVerticalSolidList"/>
    <dgm:cxn modelId="{50DF98F6-66FB-4832-B0E6-B7B85F2E1D3C}" type="presParOf" srcId="{70E0D10E-505B-4EDF-AB48-2F83E6A8E899}" destId="{D91C8A87-688D-428A-BD31-49DDD61BAA8B}" srcOrd="1" destOrd="0" presId="urn:microsoft.com/office/officeart/2018/2/layout/IconVerticalSolidList"/>
    <dgm:cxn modelId="{E2E212FD-8012-4255-B003-615E5C2D19C0}" type="presParOf" srcId="{70E0D10E-505B-4EDF-AB48-2F83E6A8E899}" destId="{00073C3D-619E-4E78-AF8D-4ABFA6AE0362}" srcOrd="2" destOrd="0" presId="urn:microsoft.com/office/officeart/2018/2/layout/IconVerticalSolidList"/>
    <dgm:cxn modelId="{4384270B-BACE-473F-B043-440E06776845}" type="presParOf" srcId="{70E0D10E-505B-4EDF-AB48-2F83E6A8E899}" destId="{53FFC1F8-0CC6-43BB-B26A-2587A791E64B}" srcOrd="3" destOrd="0" presId="urn:microsoft.com/office/officeart/2018/2/layout/IconVerticalSolidList"/>
    <dgm:cxn modelId="{22DC0F38-82CD-4435-BD03-2A1CEFE344F0}" type="presParOf" srcId="{2F265144-5350-43BD-8BE9-6755EBF3741C}" destId="{FFEA5E23-115B-4764-AAC8-BC89F8915A09}" srcOrd="5" destOrd="0" presId="urn:microsoft.com/office/officeart/2018/2/layout/IconVerticalSolidList"/>
    <dgm:cxn modelId="{7F756092-5C23-4343-BF56-275283F2D636}" type="presParOf" srcId="{2F265144-5350-43BD-8BE9-6755EBF3741C}" destId="{611ECD2F-8B66-46A2-AC5B-6A279DD8AD91}" srcOrd="6" destOrd="0" presId="urn:microsoft.com/office/officeart/2018/2/layout/IconVerticalSolidList"/>
    <dgm:cxn modelId="{AC6D8E7B-4253-4474-9B8E-72C453BE6FBF}" type="presParOf" srcId="{611ECD2F-8B66-46A2-AC5B-6A279DD8AD91}" destId="{0BEB088B-C22D-4809-91DA-F22118B2C870}" srcOrd="0" destOrd="0" presId="urn:microsoft.com/office/officeart/2018/2/layout/IconVerticalSolidList"/>
    <dgm:cxn modelId="{CE754905-E451-497B-9A0A-D23B2844FAE1}" type="presParOf" srcId="{611ECD2F-8B66-46A2-AC5B-6A279DD8AD91}" destId="{57096817-75FE-4F6B-8685-57B959DEB38B}" srcOrd="1" destOrd="0" presId="urn:microsoft.com/office/officeart/2018/2/layout/IconVerticalSolidList"/>
    <dgm:cxn modelId="{09C55726-DF90-4EF0-8468-FCE1AEEB2F3B}" type="presParOf" srcId="{611ECD2F-8B66-46A2-AC5B-6A279DD8AD91}" destId="{C40EF347-444B-4B66-89FE-A7ECC3D5EC27}" srcOrd="2" destOrd="0" presId="urn:microsoft.com/office/officeart/2018/2/layout/IconVerticalSolidList"/>
    <dgm:cxn modelId="{F7445AED-4423-46AC-B39B-EF947D4158EA}" type="presParOf" srcId="{611ECD2F-8B66-46A2-AC5B-6A279DD8AD91}" destId="{088E9C21-985E-4A51-98F4-8649CBCCF2E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91909EC-6D91-47E0-90C9-2D87025FA902}" type="doc">
      <dgm:prSet loTypeId="urn:microsoft.com/office/officeart/2005/8/layout/default" loCatId="list" qsTypeId="urn:microsoft.com/office/officeart/2005/8/quickstyle/simple5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59E2D9E7-84D9-4923-AF2A-E70D088D605E}">
      <dgm:prSet/>
      <dgm:spPr/>
      <dgm:t>
        <a:bodyPr/>
        <a:lstStyle/>
        <a:p>
          <a:r>
            <a:rPr lang="en-US" dirty="0"/>
            <a:t>MRI uses liquid He, He gas, and on occasions, liquid nitrogen and gas.</a:t>
          </a:r>
        </a:p>
      </dgm:t>
    </dgm:pt>
    <dgm:pt modelId="{071086BE-E376-4F11-A3A1-D35EAF0BF2D6}" type="parTrans" cxnId="{290A6BFF-22AD-4FEE-B8E0-1055433D7377}">
      <dgm:prSet/>
      <dgm:spPr/>
      <dgm:t>
        <a:bodyPr/>
        <a:lstStyle/>
        <a:p>
          <a:endParaRPr lang="en-US"/>
        </a:p>
      </dgm:t>
    </dgm:pt>
    <dgm:pt modelId="{BAA2F1DE-D0AF-4AF7-A1D7-26E7A5745157}" type="sibTrans" cxnId="{290A6BFF-22AD-4FEE-B8E0-1055433D7377}">
      <dgm:prSet/>
      <dgm:spPr/>
      <dgm:t>
        <a:bodyPr/>
        <a:lstStyle/>
        <a:p>
          <a:endParaRPr lang="en-US"/>
        </a:p>
      </dgm:t>
    </dgm:pt>
    <dgm:pt modelId="{0CAA6E6D-3F90-45A2-954D-5E364B073147}">
      <dgm:prSet/>
      <dgm:spPr/>
      <dgm:t>
        <a:bodyPr/>
        <a:lstStyle/>
        <a:p>
          <a:r>
            <a:rPr lang="en-US"/>
            <a:t>He gas is lighter than oxygen</a:t>
          </a:r>
        </a:p>
      </dgm:t>
    </dgm:pt>
    <dgm:pt modelId="{46DC7166-62DE-4D3A-8C7A-257D530D73F3}" type="parTrans" cxnId="{84BB2C13-6C4E-4E71-88FC-855B64D50B92}">
      <dgm:prSet/>
      <dgm:spPr/>
      <dgm:t>
        <a:bodyPr/>
        <a:lstStyle/>
        <a:p>
          <a:endParaRPr lang="en-US"/>
        </a:p>
      </dgm:t>
    </dgm:pt>
    <dgm:pt modelId="{C2D56339-E96A-493B-8E79-6DB19392F6B8}" type="sibTrans" cxnId="{84BB2C13-6C4E-4E71-88FC-855B64D50B92}">
      <dgm:prSet/>
      <dgm:spPr/>
      <dgm:t>
        <a:bodyPr/>
        <a:lstStyle/>
        <a:p>
          <a:endParaRPr lang="en-US"/>
        </a:p>
      </dgm:t>
    </dgm:pt>
    <dgm:pt modelId="{CB4E1663-D268-4E90-ACC3-9309F2AF1BF3}">
      <dgm:prSet/>
      <dgm:spPr/>
      <dgm:t>
        <a:bodyPr/>
        <a:lstStyle/>
        <a:p>
          <a:r>
            <a:rPr lang="en-US"/>
            <a:t>He gas is odorless, colorless, tasteless</a:t>
          </a:r>
        </a:p>
      </dgm:t>
    </dgm:pt>
    <dgm:pt modelId="{67AFFDA1-0FAD-47F4-80FC-65E49CBEC765}" type="parTrans" cxnId="{B5375190-D760-45BD-8C42-0491D632D820}">
      <dgm:prSet/>
      <dgm:spPr/>
      <dgm:t>
        <a:bodyPr/>
        <a:lstStyle/>
        <a:p>
          <a:endParaRPr lang="en-US"/>
        </a:p>
      </dgm:t>
    </dgm:pt>
    <dgm:pt modelId="{28F70AC3-87C4-4D19-8350-C8930C9D9DFE}" type="sibTrans" cxnId="{B5375190-D760-45BD-8C42-0491D632D820}">
      <dgm:prSet/>
      <dgm:spPr/>
      <dgm:t>
        <a:bodyPr/>
        <a:lstStyle/>
        <a:p>
          <a:endParaRPr lang="en-US"/>
        </a:p>
      </dgm:t>
    </dgm:pt>
    <dgm:pt modelId="{5AA84F3A-D745-4D13-8917-DB6914E9F444}">
      <dgm:prSet/>
      <dgm:spPr/>
      <dgm:t>
        <a:bodyPr/>
        <a:lstStyle/>
        <a:p>
          <a:r>
            <a:rPr lang="en-US"/>
            <a:t>Ensure exhaust fan is on and door is open prior to working with He</a:t>
          </a:r>
        </a:p>
      </dgm:t>
    </dgm:pt>
    <dgm:pt modelId="{777E6DB9-221F-4572-9330-4DC5F6CD41D0}" type="parTrans" cxnId="{494BB131-A46F-47F7-8228-A0C54B1F0850}">
      <dgm:prSet/>
      <dgm:spPr/>
      <dgm:t>
        <a:bodyPr/>
        <a:lstStyle/>
        <a:p>
          <a:endParaRPr lang="en-US"/>
        </a:p>
      </dgm:t>
    </dgm:pt>
    <dgm:pt modelId="{0230A735-32A3-488F-96C4-028745BE86BD}" type="sibTrans" cxnId="{494BB131-A46F-47F7-8228-A0C54B1F0850}">
      <dgm:prSet/>
      <dgm:spPr/>
      <dgm:t>
        <a:bodyPr/>
        <a:lstStyle/>
        <a:p>
          <a:endParaRPr lang="en-US"/>
        </a:p>
      </dgm:t>
    </dgm:pt>
    <dgm:pt modelId="{B0EA47AA-0662-40D3-A4EF-43BA83441591}">
      <dgm:prSet/>
      <dgm:spPr/>
      <dgm:t>
        <a:bodyPr/>
        <a:lstStyle/>
        <a:p>
          <a:r>
            <a:rPr lang="en-US"/>
            <a:t>Utilize the MR buddy system. Talk often, don’t distract each other.</a:t>
          </a:r>
        </a:p>
      </dgm:t>
    </dgm:pt>
    <dgm:pt modelId="{AA66F32D-EAB6-49E4-86BC-75479621FC82}" type="parTrans" cxnId="{67154A0B-FEF0-4EDD-BD2C-F1917F214456}">
      <dgm:prSet/>
      <dgm:spPr/>
      <dgm:t>
        <a:bodyPr/>
        <a:lstStyle/>
        <a:p>
          <a:endParaRPr lang="en-US"/>
        </a:p>
      </dgm:t>
    </dgm:pt>
    <dgm:pt modelId="{EAD39684-3AE5-4F35-B860-9AADE29FAA5D}" type="sibTrans" cxnId="{67154A0B-FEF0-4EDD-BD2C-F1917F214456}">
      <dgm:prSet/>
      <dgm:spPr/>
      <dgm:t>
        <a:bodyPr/>
        <a:lstStyle/>
        <a:p>
          <a:endParaRPr lang="en-US"/>
        </a:p>
      </dgm:t>
    </dgm:pt>
    <dgm:pt modelId="{8C51D70B-D239-4E75-9E0E-8F60E15FBDD3}">
      <dgm:prSet/>
      <dgm:spPr/>
      <dgm:t>
        <a:bodyPr/>
        <a:lstStyle/>
        <a:p>
          <a:r>
            <a:rPr lang="en-US"/>
            <a:t>High risk of burns with liquid oxygen</a:t>
          </a:r>
        </a:p>
      </dgm:t>
    </dgm:pt>
    <dgm:pt modelId="{4DBD937E-0474-407B-B43D-8EDA1444F2CE}" type="parTrans" cxnId="{CD6A7820-15CE-4513-A930-2151110150D4}">
      <dgm:prSet/>
      <dgm:spPr/>
      <dgm:t>
        <a:bodyPr/>
        <a:lstStyle/>
        <a:p>
          <a:endParaRPr lang="en-US"/>
        </a:p>
      </dgm:t>
    </dgm:pt>
    <dgm:pt modelId="{3F107670-5D07-4009-8893-EA6FE55EDFDA}" type="sibTrans" cxnId="{CD6A7820-15CE-4513-A930-2151110150D4}">
      <dgm:prSet/>
      <dgm:spPr/>
      <dgm:t>
        <a:bodyPr/>
        <a:lstStyle/>
        <a:p>
          <a:endParaRPr lang="en-US"/>
        </a:p>
      </dgm:t>
    </dgm:pt>
    <dgm:pt modelId="{77884E7E-8E94-48CF-91C0-E74DDCDCB9C0}">
      <dgm:prSet/>
      <dgm:spPr/>
      <dgm:t>
        <a:bodyPr/>
        <a:lstStyle/>
        <a:p>
          <a:r>
            <a:rPr lang="en-US"/>
            <a:t>Liquid He is 4K or   -473F</a:t>
          </a:r>
        </a:p>
      </dgm:t>
    </dgm:pt>
    <dgm:pt modelId="{6BB474FF-A076-40B2-9256-F04C6E1B1E23}" type="parTrans" cxnId="{15DB7A0F-FF21-47AA-B692-B44D58DD8E27}">
      <dgm:prSet/>
      <dgm:spPr/>
      <dgm:t>
        <a:bodyPr/>
        <a:lstStyle/>
        <a:p>
          <a:endParaRPr lang="en-US"/>
        </a:p>
      </dgm:t>
    </dgm:pt>
    <dgm:pt modelId="{BEE0B477-80A5-4AC7-B342-5DBAD68778C9}" type="sibTrans" cxnId="{15DB7A0F-FF21-47AA-B692-B44D58DD8E27}">
      <dgm:prSet/>
      <dgm:spPr/>
      <dgm:t>
        <a:bodyPr/>
        <a:lstStyle/>
        <a:p>
          <a:endParaRPr lang="en-US"/>
        </a:p>
      </dgm:t>
    </dgm:pt>
    <dgm:pt modelId="{AF0B03A0-218B-4919-A686-BD81C0F42175}">
      <dgm:prSet/>
      <dgm:spPr/>
      <dgm:t>
        <a:bodyPr/>
        <a:lstStyle/>
        <a:p>
          <a:r>
            <a:rPr lang="en-US"/>
            <a:t>Look out for frozen pipes and use long sleeves, He gloves and safety glasses</a:t>
          </a:r>
        </a:p>
      </dgm:t>
    </dgm:pt>
    <dgm:pt modelId="{7D5C4743-584E-48E1-9871-E3C200C70446}" type="parTrans" cxnId="{5B26D93A-5EDF-4189-AA08-C5EDF88AC106}">
      <dgm:prSet/>
      <dgm:spPr/>
      <dgm:t>
        <a:bodyPr/>
        <a:lstStyle/>
        <a:p>
          <a:endParaRPr lang="en-US"/>
        </a:p>
      </dgm:t>
    </dgm:pt>
    <dgm:pt modelId="{C1183A88-9A04-4B77-8065-C07751F23DE4}" type="sibTrans" cxnId="{5B26D93A-5EDF-4189-AA08-C5EDF88AC106}">
      <dgm:prSet/>
      <dgm:spPr/>
      <dgm:t>
        <a:bodyPr/>
        <a:lstStyle/>
        <a:p>
          <a:endParaRPr lang="en-US"/>
        </a:p>
      </dgm:t>
    </dgm:pt>
    <dgm:pt modelId="{6267C8F6-1574-491A-8161-2C78236A1A98}" type="pres">
      <dgm:prSet presAssocID="{991909EC-6D91-47E0-90C9-2D87025FA902}" presName="diagram" presStyleCnt="0">
        <dgm:presLayoutVars>
          <dgm:dir/>
          <dgm:resizeHandles val="exact"/>
        </dgm:presLayoutVars>
      </dgm:prSet>
      <dgm:spPr/>
    </dgm:pt>
    <dgm:pt modelId="{007DCBD2-79DB-44D0-BA17-C0652219CA07}" type="pres">
      <dgm:prSet presAssocID="{59E2D9E7-84D9-4923-AF2A-E70D088D605E}" presName="node" presStyleLbl="node1" presStyleIdx="0" presStyleCnt="8">
        <dgm:presLayoutVars>
          <dgm:bulletEnabled val="1"/>
        </dgm:presLayoutVars>
      </dgm:prSet>
      <dgm:spPr/>
    </dgm:pt>
    <dgm:pt modelId="{6F7CC2AE-E90E-4E54-B3DC-51F50349BF54}" type="pres">
      <dgm:prSet presAssocID="{BAA2F1DE-D0AF-4AF7-A1D7-26E7A5745157}" presName="sibTrans" presStyleCnt="0"/>
      <dgm:spPr/>
    </dgm:pt>
    <dgm:pt modelId="{48CD249C-62E9-4DFD-A554-6E4070AF6044}" type="pres">
      <dgm:prSet presAssocID="{0CAA6E6D-3F90-45A2-954D-5E364B073147}" presName="node" presStyleLbl="node1" presStyleIdx="1" presStyleCnt="8">
        <dgm:presLayoutVars>
          <dgm:bulletEnabled val="1"/>
        </dgm:presLayoutVars>
      </dgm:prSet>
      <dgm:spPr/>
    </dgm:pt>
    <dgm:pt modelId="{3B55FA25-28D7-4D6B-A1E8-7EB7D6860556}" type="pres">
      <dgm:prSet presAssocID="{C2D56339-E96A-493B-8E79-6DB19392F6B8}" presName="sibTrans" presStyleCnt="0"/>
      <dgm:spPr/>
    </dgm:pt>
    <dgm:pt modelId="{E946C4F7-0B8D-4AC7-B4C3-0E2776B816A1}" type="pres">
      <dgm:prSet presAssocID="{CB4E1663-D268-4E90-ACC3-9309F2AF1BF3}" presName="node" presStyleLbl="node1" presStyleIdx="2" presStyleCnt="8">
        <dgm:presLayoutVars>
          <dgm:bulletEnabled val="1"/>
        </dgm:presLayoutVars>
      </dgm:prSet>
      <dgm:spPr/>
    </dgm:pt>
    <dgm:pt modelId="{E06E33B3-540C-445B-A181-180E81B121EB}" type="pres">
      <dgm:prSet presAssocID="{28F70AC3-87C4-4D19-8350-C8930C9D9DFE}" presName="sibTrans" presStyleCnt="0"/>
      <dgm:spPr/>
    </dgm:pt>
    <dgm:pt modelId="{4383C9B3-C905-4559-80FB-3ED9FA14DAB6}" type="pres">
      <dgm:prSet presAssocID="{5AA84F3A-D745-4D13-8917-DB6914E9F444}" presName="node" presStyleLbl="node1" presStyleIdx="3" presStyleCnt="8">
        <dgm:presLayoutVars>
          <dgm:bulletEnabled val="1"/>
        </dgm:presLayoutVars>
      </dgm:prSet>
      <dgm:spPr/>
    </dgm:pt>
    <dgm:pt modelId="{00E32802-B96F-430B-992E-7459F858F2C9}" type="pres">
      <dgm:prSet presAssocID="{0230A735-32A3-488F-96C4-028745BE86BD}" presName="sibTrans" presStyleCnt="0"/>
      <dgm:spPr/>
    </dgm:pt>
    <dgm:pt modelId="{FE68AE7E-1992-49E0-B635-9096865D4987}" type="pres">
      <dgm:prSet presAssocID="{B0EA47AA-0662-40D3-A4EF-43BA83441591}" presName="node" presStyleLbl="node1" presStyleIdx="4" presStyleCnt="8">
        <dgm:presLayoutVars>
          <dgm:bulletEnabled val="1"/>
        </dgm:presLayoutVars>
      </dgm:prSet>
      <dgm:spPr/>
    </dgm:pt>
    <dgm:pt modelId="{884960E3-8047-4892-B011-B599F848CB54}" type="pres">
      <dgm:prSet presAssocID="{EAD39684-3AE5-4F35-B860-9AADE29FAA5D}" presName="sibTrans" presStyleCnt="0"/>
      <dgm:spPr/>
    </dgm:pt>
    <dgm:pt modelId="{90F073E6-3188-410A-A72E-6BDD781A6EA1}" type="pres">
      <dgm:prSet presAssocID="{8C51D70B-D239-4E75-9E0E-8F60E15FBDD3}" presName="node" presStyleLbl="node1" presStyleIdx="5" presStyleCnt="8">
        <dgm:presLayoutVars>
          <dgm:bulletEnabled val="1"/>
        </dgm:presLayoutVars>
      </dgm:prSet>
      <dgm:spPr/>
    </dgm:pt>
    <dgm:pt modelId="{BA9E04AC-1828-4D8A-AF73-F7D8F6693519}" type="pres">
      <dgm:prSet presAssocID="{3F107670-5D07-4009-8893-EA6FE55EDFDA}" presName="sibTrans" presStyleCnt="0"/>
      <dgm:spPr/>
    </dgm:pt>
    <dgm:pt modelId="{8014B034-DCB3-4DD4-8DB1-1F7B79B1753F}" type="pres">
      <dgm:prSet presAssocID="{77884E7E-8E94-48CF-91C0-E74DDCDCB9C0}" presName="node" presStyleLbl="node1" presStyleIdx="6" presStyleCnt="8">
        <dgm:presLayoutVars>
          <dgm:bulletEnabled val="1"/>
        </dgm:presLayoutVars>
      </dgm:prSet>
      <dgm:spPr/>
    </dgm:pt>
    <dgm:pt modelId="{ED1FC078-18DF-4699-A3AF-DDBEEA421812}" type="pres">
      <dgm:prSet presAssocID="{BEE0B477-80A5-4AC7-B342-5DBAD68778C9}" presName="sibTrans" presStyleCnt="0"/>
      <dgm:spPr/>
    </dgm:pt>
    <dgm:pt modelId="{23159732-D0CF-4E15-8DCC-45D599A03F7F}" type="pres">
      <dgm:prSet presAssocID="{AF0B03A0-218B-4919-A686-BD81C0F42175}" presName="node" presStyleLbl="node1" presStyleIdx="7" presStyleCnt="8">
        <dgm:presLayoutVars>
          <dgm:bulletEnabled val="1"/>
        </dgm:presLayoutVars>
      </dgm:prSet>
      <dgm:spPr/>
    </dgm:pt>
  </dgm:ptLst>
  <dgm:cxnLst>
    <dgm:cxn modelId="{67154A0B-FEF0-4EDD-BD2C-F1917F214456}" srcId="{991909EC-6D91-47E0-90C9-2D87025FA902}" destId="{B0EA47AA-0662-40D3-A4EF-43BA83441591}" srcOrd="4" destOrd="0" parTransId="{AA66F32D-EAB6-49E4-86BC-75479621FC82}" sibTransId="{EAD39684-3AE5-4F35-B860-9AADE29FAA5D}"/>
    <dgm:cxn modelId="{15DB7A0F-FF21-47AA-B692-B44D58DD8E27}" srcId="{991909EC-6D91-47E0-90C9-2D87025FA902}" destId="{77884E7E-8E94-48CF-91C0-E74DDCDCB9C0}" srcOrd="6" destOrd="0" parTransId="{6BB474FF-A076-40B2-9256-F04C6E1B1E23}" sibTransId="{BEE0B477-80A5-4AC7-B342-5DBAD68778C9}"/>
    <dgm:cxn modelId="{5B323511-2F28-4FE8-88BB-A8547E508D0B}" type="presOf" srcId="{0CAA6E6D-3F90-45A2-954D-5E364B073147}" destId="{48CD249C-62E9-4DFD-A554-6E4070AF6044}" srcOrd="0" destOrd="0" presId="urn:microsoft.com/office/officeart/2005/8/layout/default"/>
    <dgm:cxn modelId="{84BB2C13-6C4E-4E71-88FC-855B64D50B92}" srcId="{991909EC-6D91-47E0-90C9-2D87025FA902}" destId="{0CAA6E6D-3F90-45A2-954D-5E364B073147}" srcOrd="1" destOrd="0" parTransId="{46DC7166-62DE-4D3A-8C7A-257D530D73F3}" sibTransId="{C2D56339-E96A-493B-8E79-6DB19392F6B8}"/>
    <dgm:cxn modelId="{CD6A7820-15CE-4513-A930-2151110150D4}" srcId="{991909EC-6D91-47E0-90C9-2D87025FA902}" destId="{8C51D70B-D239-4E75-9E0E-8F60E15FBDD3}" srcOrd="5" destOrd="0" parTransId="{4DBD937E-0474-407B-B43D-8EDA1444F2CE}" sibTransId="{3F107670-5D07-4009-8893-EA6FE55EDFDA}"/>
    <dgm:cxn modelId="{8F367A27-5A0A-40E4-95BB-22A45BDF007B}" type="presOf" srcId="{991909EC-6D91-47E0-90C9-2D87025FA902}" destId="{6267C8F6-1574-491A-8161-2C78236A1A98}" srcOrd="0" destOrd="0" presId="urn:microsoft.com/office/officeart/2005/8/layout/default"/>
    <dgm:cxn modelId="{494BB131-A46F-47F7-8228-A0C54B1F0850}" srcId="{991909EC-6D91-47E0-90C9-2D87025FA902}" destId="{5AA84F3A-D745-4D13-8917-DB6914E9F444}" srcOrd="3" destOrd="0" parTransId="{777E6DB9-221F-4572-9330-4DC5F6CD41D0}" sibTransId="{0230A735-32A3-488F-96C4-028745BE86BD}"/>
    <dgm:cxn modelId="{5B26D93A-5EDF-4189-AA08-C5EDF88AC106}" srcId="{991909EC-6D91-47E0-90C9-2D87025FA902}" destId="{AF0B03A0-218B-4919-A686-BD81C0F42175}" srcOrd="7" destOrd="0" parTransId="{7D5C4743-584E-48E1-9871-E3C200C70446}" sibTransId="{C1183A88-9A04-4B77-8065-C07751F23DE4}"/>
    <dgm:cxn modelId="{F277D65C-E579-437D-8D6E-7DACD25C7F3A}" type="presOf" srcId="{59E2D9E7-84D9-4923-AF2A-E70D088D605E}" destId="{007DCBD2-79DB-44D0-BA17-C0652219CA07}" srcOrd="0" destOrd="0" presId="urn:microsoft.com/office/officeart/2005/8/layout/default"/>
    <dgm:cxn modelId="{C964A984-0416-4C6C-BB5A-27B92D97AF4E}" type="presOf" srcId="{77884E7E-8E94-48CF-91C0-E74DDCDCB9C0}" destId="{8014B034-DCB3-4DD4-8DB1-1F7B79B1753F}" srcOrd="0" destOrd="0" presId="urn:microsoft.com/office/officeart/2005/8/layout/default"/>
    <dgm:cxn modelId="{B5375190-D760-45BD-8C42-0491D632D820}" srcId="{991909EC-6D91-47E0-90C9-2D87025FA902}" destId="{CB4E1663-D268-4E90-ACC3-9309F2AF1BF3}" srcOrd="2" destOrd="0" parTransId="{67AFFDA1-0FAD-47F4-80FC-65E49CBEC765}" sibTransId="{28F70AC3-87C4-4D19-8350-C8930C9D9DFE}"/>
    <dgm:cxn modelId="{0E0E3E93-526E-4F86-A17D-ED34AE8B882C}" type="presOf" srcId="{AF0B03A0-218B-4919-A686-BD81C0F42175}" destId="{23159732-D0CF-4E15-8DCC-45D599A03F7F}" srcOrd="0" destOrd="0" presId="urn:microsoft.com/office/officeart/2005/8/layout/default"/>
    <dgm:cxn modelId="{C6E85FA0-2F6D-4760-A35E-48A3521DAD7E}" type="presOf" srcId="{5AA84F3A-D745-4D13-8917-DB6914E9F444}" destId="{4383C9B3-C905-4559-80FB-3ED9FA14DAB6}" srcOrd="0" destOrd="0" presId="urn:microsoft.com/office/officeart/2005/8/layout/default"/>
    <dgm:cxn modelId="{718CD5DA-47B1-41C0-BF70-E5CEB34DFDCA}" type="presOf" srcId="{B0EA47AA-0662-40D3-A4EF-43BA83441591}" destId="{FE68AE7E-1992-49E0-B635-9096865D4987}" srcOrd="0" destOrd="0" presId="urn:microsoft.com/office/officeart/2005/8/layout/default"/>
    <dgm:cxn modelId="{5A4D16E7-1AAF-45AA-9B8E-05FC1D78D229}" type="presOf" srcId="{CB4E1663-D268-4E90-ACC3-9309F2AF1BF3}" destId="{E946C4F7-0B8D-4AC7-B4C3-0E2776B816A1}" srcOrd="0" destOrd="0" presId="urn:microsoft.com/office/officeart/2005/8/layout/default"/>
    <dgm:cxn modelId="{5A1ECEEA-5DEF-4EE7-B558-15C570F87A10}" type="presOf" srcId="{8C51D70B-D239-4E75-9E0E-8F60E15FBDD3}" destId="{90F073E6-3188-410A-A72E-6BDD781A6EA1}" srcOrd="0" destOrd="0" presId="urn:microsoft.com/office/officeart/2005/8/layout/default"/>
    <dgm:cxn modelId="{290A6BFF-22AD-4FEE-B8E0-1055433D7377}" srcId="{991909EC-6D91-47E0-90C9-2D87025FA902}" destId="{59E2D9E7-84D9-4923-AF2A-E70D088D605E}" srcOrd="0" destOrd="0" parTransId="{071086BE-E376-4F11-A3A1-D35EAF0BF2D6}" sibTransId="{BAA2F1DE-D0AF-4AF7-A1D7-26E7A5745157}"/>
    <dgm:cxn modelId="{7A41FBC6-DE85-42B6-B598-6FFD2E7E68E6}" type="presParOf" srcId="{6267C8F6-1574-491A-8161-2C78236A1A98}" destId="{007DCBD2-79DB-44D0-BA17-C0652219CA07}" srcOrd="0" destOrd="0" presId="urn:microsoft.com/office/officeart/2005/8/layout/default"/>
    <dgm:cxn modelId="{12B977D1-1F05-426A-B0CC-F6483D8350AA}" type="presParOf" srcId="{6267C8F6-1574-491A-8161-2C78236A1A98}" destId="{6F7CC2AE-E90E-4E54-B3DC-51F50349BF54}" srcOrd="1" destOrd="0" presId="urn:microsoft.com/office/officeart/2005/8/layout/default"/>
    <dgm:cxn modelId="{1140D09C-2F9B-4E1B-BCEF-75C955BB5462}" type="presParOf" srcId="{6267C8F6-1574-491A-8161-2C78236A1A98}" destId="{48CD249C-62E9-4DFD-A554-6E4070AF6044}" srcOrd="2" destOrd="0" presId="urn:microsoft.com/office/officeart/2005/8/layout/default"/>
    <dgm:cxn modelId="{741145D5-20BF-4CCD-BEC7-46C1552308BF}" type="presParOf" srcId="{6267C8F6-1574-491A-8161-2C78236A1A98}" destId="{3B55FA25-28D7-4D6B-A1E8-7EB7D6860556}" srcOrd="3" destOrd="0" presId="urn:microsoft.com/office/officeart/2005/8/layout/default"/>
    <dgm:cxn modelId="{E2EDAE3A-367C-4227-980B-0FB7D5EB157E}" type="presParOf" srcId="{6267C8F6-1574-491A-8161-2C78236A1A98}" destId="{E946C4F7-0B8D-4AC7-B4C3-0E2776B816A1}" srcOrd="4" destOrd="0" presId="urn:microsoft.com/office/officeart/2005/8/layout/default"/>
    <dgm:cxn modelId="{1C42C9EF-D61D-4116-B513-8F5EB3D8FD4F}" type="presParOf" srcId="{6267C8F6-1574-491A-8161-2C78236A1A98}" destId="{E06E33B3-540C-445B-A181-180E81B121EB}" srcOrd="5" destOrd="0" presId="urn:microsoft.com/office/officeart/2005/8/layout/default"/>
    <dgm:cxn modelId="{153CC1A8-680A-4DC0-8EFD-4F43D08BC528}" type="presParOf" srcId="{6267C8F6-1574-491A-8161-2C78236A1A98}" destId="{4383C9B3-C905-4559-80FB-3ED9FA14DAB6}" srcOrd="6" destOrd="0" presId="urn:microsoft.com/office/officeart/2005/8/layout/default"/>
    <dgm:cxn modelId="{F9C298D1-F37A-4778-97F2-57D912665B5C}" type="presParOf" srcId="{6267C8F6-1574-491A-8161-2C78236A1A98}" destId="{00E32802-B96F-430B-992E-7459F858F2C9}" srcOrd="7" destOrd="0" presId="urn:microsoft.com/office/officeart/2005/8/layout/default"/>
    <dgm:cxn modelId="{25C53CEA-1DBC-4206-91C8-1E556A99C67A}" type="presParOf" srcId="{6267C8F6-1574-491A-8161-2C78236A1A98}" destId="{FE68AE7E-1992-49E0-B635-9096865D4987}" srcOrd="8" destOrd="0" presId="urn:microsoft.com/office/officeart/2005/8/layout/default"/>
    <dgm:cxn modelId="{AECD23D4-CA0C-4AF4-BAE4-1EEB84A97316}" type="presParOf" srcId="{6267C8F6-1574-491A-8161-2C78236A1A98}" destId="{884960E3-8047-4892-B011-B599F848CB54}" srcOrd="9" destOrd="0" presId="urn:microsoft.com/office/officeart/2005/8/layout/default"/>
    <dgm:cxn modelId="{A7D980F6-B6C0-4473-97D1-C01CF037AD0D}" type="presParOf" srcId="{6267C8F6-1574-491A-8161-2C78236A1A98}" destId="{90F073E6-3188-410A-A72E-6BDD781A6EA1}" srcOrd="10" destOrd="0" presId="urn:microsoft.com/office/officeart/2005/8/layout/default"/>
    <dgm:cxn modelId="{80A01C3C-F0EB-41DA-A933-1CC211DEA40D}" type="presParOf" srcId="{6267C8F6-1574-491A-8161-2C78236A1A98}" destId="{BA9E04AC-1828-4D8A-AF73-F7D8F6693519}" srcOrd="11" destOrd="0" presId="urn:microsoft.com/office/officeart/2005/8/layout/default"/>
    <dgm:cxn modelId="{5C81C33D-CC88-41F9-9DCA-577327B0CB44}" type="presParOf" srcId="{6267C8F6-1574-491A-8161-2C78236A1A98}" destId="{8014B034-DCB3-4DD4-8DB1-1F7B79B1753F}" srcOrd="12" destOrd="0" presId="urn:microsoft.com/office/officeart/2005/8/layout/default"/>
    <dgm:cxn modelId="{644D7023-4712-490D-8C3B-243292CCD2B2}" type="presParOf" srcId="{6267C8F6-1574-491A-8161-2C78236A1A98}" destId="{ED1FC078-18DF-4699-A3AF-DDBEEA421812}" srcOrd="13" destOrd="0" presId="urn:microsoft.com/office/officeart/2005/8/layout/default"/>
    <dgm:cxn modelId="{66FC377B-CA87-409A-A1FD-7AC13F568577}" type="presParOf" srcId="{6267C8F6-1574-491A-8161-2C78236A1A98}" destId="{23159732-D0CF-4E15-8DCC-45D599A03F7F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00BC2B3-04F3-43BF-BEBC-69D9507456E0}" type="doc">
      <dgm:prSet loTypeId="urn:microsoft.com/office/officeart/2005/8/layout/vList2" loCatId="list" qsTypeId="urn:microsoft.com/office/officeart/2005/8/quickstyle/simple5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13646BA-56F2-4EAE-80FE-8364F0F7EB42}">
      <dgm:prSet/>
      <dgm:spPr/>
      <dgm:t>
        <a:bodyPr/>
        <a:lstStyle/>
        <a:p>
          <a:r>
            <a:rPr lang="en-US"/>
            <a:t>Do not take a deep breath. </a:t>
          </a:r>
        </a:p>
      </dgm:t>
    </dgm:pt>
    <dgm:pt modelId="{A933DEFC-7DA4-4458-942E-16C31C30E702}" type="parTrans" cxnId="{C7F96B27-1203-4495-8A9A-FD9D1B9C3AB7}">
      <dgm:prSet/>
      <dgm:spPr/>
      <dgm:t>
        <a:bodyPr/>
        <a:lstStyle/>
        <a:p>
          <a:endParaRPr lang="en-US"/>
        </a:p>
      </dgm:t>
    </dgm:pt>
    <dgm:pt modelId="{BB1797AC-7BC5-424E-BF58-1F727A877593}" type="sibTrans" cxnId="{C7F96B27-1203-4495-8A9A-FD9D1B9C3AB7}">
      <dgm:prSet/>
      <dgm:spPr/>
      <dgm:t>
        <a:bodyPr/>
        <a:lstStyle/>
        <a:p>
          <a:endParaRPr lang="en-US"/>
        </a:p>
      </dgm:t>
    </dgm:pt>
    <dgm:pt modelId="{B6C87A26-DB71-462F-AAE0-C4D29787B382}">
      <dgm:prSet/>
      <dgm:spPr/>
      <dgm:t>
        <a:bodyPr/>
        <a:lstStyle/>
        <a:p>
          <a:r>
            <a:rPr lang="en-US"/>
            <a:t>Hold the air you have and try to stay low and leave the room</a:t>
          </a:r>
        </a:p>
      </dgm:t>
    </dgm:pt>
    <dgm:pt modelId="{9D5C40A1-87B4-42E5-BB3F-28B18753C398}" type="parTrans" cxnId="{1E209478-B8F0-4770-A894-9A1B5B153FF9}">
      <dgm:prSet/>
      <dgm:spPr/>
      <dgm:t>
        <a:bodyPr/>
        <a:lstStyle/>
        <a:p>
          <a:endParaRPr lang="en-US"/>
        </a:p>
      </dgm:t>
    </dgm:pt>
    <dgm:pt modelId="{67E126DC-5033-45F8-8F72-004F0BB6D9BB}" type="sibTrans" cxnId="{1E209478-B8F0-4770-A894-9A1B5B153FF9}">
      <dgm:prSet/>
      <dgm:spPr/>
      <dgm:t>
        <a:bodyPr/>
        <a:lstStyle/>
        <a:p>
          <a:endParaRPr lang="en-US"/>
        </a:p>
      </dgm:t>
    </dgm:pt>
    <dgm:pt modelId="{F644FA17-7709-4F05-B0E7-3A6979AC9239}">
      <dgm:prSet/>
      <dgm:spPr/>
      <dgm:t>
        <a:bodyPr/>
        <a:lstStyle/>
        <a:p>
          <a:r>
            <a:rPr lang="en-US"/>
            <a:t>If door does not open due to negative pressure break the window (LVShim phantom is great then!) </a:t>
          </a:r>
        </a:p>
      </dgm:t>
    </dgm:pt>
    <dgm:pt modelId="{B3236EB3-96ED-4389-A81C-6BBD93E8E160}" type="parTrans" cxnId="{F3616E30-FDAD-476A-A032-76E653FCA101}">
      <dgm:prSet/>
      <dgm:spPr/>
      <dgm:t>
        <a:bodyPr/>
        <a:lstStyle/>
        <a:p>
          <a:endParaRPr lang="en-US"/>
        </a:p>
      </dgm:t>
    </dgm:pt>
    <dgm:pt modelId="{618D4647-E917-421F-BEBB-9A42EDF3C532}" type="sibTrans" cxnId="{F3616E30-FDAD-476A-A032-76E653FCA101}">
      <dgm:prSet/>
      <dgm:spPr/>
      <dgm:t>
        <a:bodyPr/>
        <a:lstStyle/>
        <a:p>
          <a:endParaRPr lang="en-US"/>
        </a:p>
      </dgm:t>
    </dgm:pt>
    <dgm:pt modelId="{4CB878F4-82CD-484C-9D25-2AC5B88B4E68}">
      <dgm:prSet/>
      <dgm:spPr/>
      <dgm:t>
        <a:bodyPr/>
        <a:lstStyle/>
        <a:p>
          <a:r>
            <a:rPr lang="en-US"/>
            <a:t>If somebody is unconscious in the room, call for help first, take a deep breath before going in and try to move the victim to a safe area</a:t>
          </a:r>
        </a:p>
      </dgm:t>
    </dgm:pt>
    <dgm:pt modelId="{5DC641B9-773F-4301-B893-760923EB4E3B}" type="parTrans" cxnId="{74B9280A-613F-4718-BA65-C263C367FC82}">
      <dgm:prSet/>
      <dgm:spPr/>
      <dgm:t>
        <a:bodyPr/>
        <a:lstStyle/>
        <a:p>
          <a:endParaRPr lang="en-US"/>
        </a:p>
      </dgm:t>
    </dgm:pt>
    <dgm:pt modelId="{28608AC6-4994-4DA4-9AB3-BC50D1CDF340}" type="sibTrans" cxnId="{74B9280A-613F-4718-BA65-C263C367FC82}">
      <dgm:prSet/>
      <dgm:spPr/>
      <dgm:t>
        <a:bodyPr/>
        <a:lstStyle/>
        <a:p>
          <a:endParaRPr lang="en-US"/>
        </a:p>
      </dgm:t>
    </dgm:pt>
    <dgm:pt modelId="{77C65A04-1BA3-4D27-AD28-B7AF9E37EBC8}">
      <dgm:prSet/>
      <dgm:spPr/>
      <dgm:t>
        <a:bodyPr/>
        <a:lstStyle/>
        <a:p>
          <a:r>
            <a:rPr lang="en-US"/>
            <a:t>After everyone is safe call your TSM and RSM for assistance in caping the magnet.</a:t>
          </a:r>
        </a:p>
      </dgm:t>
    </dgm:pt>
    <dgm:pt modelId="{AB282875-A8A7-4DA3-9799-2B268388CBD6}" type="parTrans" cxnId="{D0FC5EDD-F528-4902-A4C3-B37AF55DD22A}">
      <dgm:prSet/>
      <dgm:spPr/>
      <dgm:t>
        <a:bodyPr/>
        <a:lstStyle/>
        <a:p>
          <a:endParaRPr lang="en-US"/>
        </a:p>
      </dgm:t>
    </dgm:pt>
    <dgm:pt modelId="{B9F4572B-4685-479D-A17D-3D56E292883F}" type="sibTrans" cxnId="{D0FC5EDD-F528-4902-A4C3-B37AF55DD22A}">
      <dgm:prSet/>
      <dgm:spPr/>
      <dgm:t>
        <a:bodyPr/>
        <a:lstStyle/>
        <a:p>
          <a:endParaRPr lang="en-US"/>
        </a:p>
      </dgm:t>
    </dgm:pt>
    <dgm:pt modelId="{EC5E0BD6-21F1-45A8-85E4-CAA52D5C9DE1}" type="pres">
      <dgm:prSet presAssocID="{C00BC2B3-04F3-43BF-BEBC-69D9507456E0}" presName="linear" presStyleCnt="0">
        <dgm:presLayoutVars>
          <dgm:animLvl val="lvl"/>
          <dgm:resizeHandles val="exact"/>
        </dgm:presLayoutVars>
      </dgm:prSet>
      <dgm:spPr/>
    </dgm:pt>
    <dgm:pt modelId="{E243748A-14B7-47E7-A512-F9CF8651FB0A}" type="pres">
      <dgm:prSet presAssocID="{513646BA-56F2-4EAE-80FE-8364F0F7EB42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B617D4EB-129C-4DD1-954C-029EAC1B059A}" type="pres">
      <dgm:prSet presAssocID="{BB1797AC-7BC5-424E-BF58-1F727A877593}" presName="spacer" presStyleCnt="0"/>
      <dgm:spPr/>
    </dgm:pt>
    <dgm:pt modelId="{35CD5DA9-4333-4251-804E-DFDF9A57A145}" type="pres">
      <dgm:prSet presAssocID="{B6C87A26-DB71-462F-AAE0-C4D29787B382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20601E96-C784-4D8E-A669-4322DF90C0B1}" type="pres">
      <dgm:prSet presAssocID="{67E126DC-5033-45F8-8F72-004F0BB6D9BB}" presName="spacer" presStyleCnt="0"/>
      <dgm:spPr/>
    </dgm:pt>
    <dgm:pt modelId="{41CA7677-4E9A-4C4B-8235-D460E4E7C23D}" type="pres">
      <dgm:prSet presAssocID="{F644FA17-7709-4F05-B0E7-3A6979AC9239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4093EB67-96AA-4C1E-ACCD-12B6E52BE9A7}" type="pres">
      <dgm:prSet presAssocID="{618D4647-E917-421F-BEBB-9A42EDF3C532}" presName="spacer" presStyleCnt="0"/>
      <dgm:spPr/>
    </dgm:pt>
    <dgm:pt modelId="{7CD5E532-185A-4A93-8A8D-27A30A6F01EC}" type="pres">
      <dgm:prSet presAssocID="{4CB878F4-82CD-484C-9D25-2AC5B88B4E68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1E1C0DF4-C7A1-4E79-8DFA-6B76ED5382F6}" type="pres">
      <dgm:prSet presAssocID="{28608AC6-4994-4DA4-9AB3-BC50D1CDF340}" presName="spacer" presStyleCnt="0"/>
      <dgm:spPr/>
    </dgm:pt>
    <dgm:pt modelId="{48746C41-DA8F-4A45-BAC8-BD08391BF22E}" type="pres">
      <dgm:prSet presAssocID="{77C65A04-1BA3-4D27-AD28-B7AF9E37EBC8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74B9280A-613F-4718-BA65-C263C367FC82}" srcId="{C00BC2B3-04F3-43BF-BEBC-69D9507456E0}" destId="{4CB878F4-82CD-484C-9D25-2AC5B88B4E68}" srcOrd="3" destOrd="0" parTransId="{5DC641B9-773F-4301-B893-760923EB4E3B}" sibTransId="{28608AC6-4994-4DA4-9AB3-BC50D1CDF340}"/>
    <dgm:cxn modelId="{CAB0101F-2F72-4FEF-BAC3-CA470D46DD03}" type="presOf" srcId="{F644FA17-7709-4F05-B0E7-3A6979AC9239}" destId="{41CA7677-4E9A-4C4B-8235-D460E4E7C23D}" srcOrd="0" destOrd="0" presId="urn:microsoft.com/office/officeart/2005/8/layout/vList2"/>
    <dgm:cxn modelId="{C7F96B27-1203-4495-8A9A-FD9D1B9C3AB7}" srcId="{C00BC2B3-04F3-43BF-BEBC-69D9507456E0}" destId="{513646BA-56F2-4EAE-80FE-8364F0F7EB42}" srcOrd="0" destOrd="0" parTransId="{A933DEFC-7DA4-4458-942E-16C31C30E702}" sibTransId="{BB1797AC-7BC5-424E-BF58-1F727A877593}"/>
    <dgm:cxn modelId="{F3616E30-FDAD-476A-A032-76E653FCA101}" srcId="{C00BC2B3-04F3-43BF-BEBC-69D9507456E0}" destId="{F644FA17-7709-4F05-B0E7-3A6979AC9239}" srcOrd="2" destOrd="0" parTransId="{B3236EB3-96ED-4389-A81C-6BBD93E8E160}" sibTransId="{618D4647-E917-421F-BEBB-9A42EDF3C532}"/>
    <dgm:cxn modelId="{0199BD63-1653-4569-913C-531CBF95D134}" type="presOf" srcId="{77C65A04-1BA3-4D27-AD28-B7AF9E37EBC8}" destId="{48746C41-DA8F-4A45-BAC8-BD08391BF22E}" srcOrd="0" destOrd="0" presId="urn:microsoft.com/office/officeart/2005/8/layout/vList2"/>
    <dgm:cxn modelId="{C05A0966-5E4D-4A59-83D8-006AD2E325BF}" type="presOf" srcId="{513646BA-56F2-4EAE-80FE-8364F0F7EB42}" destId="{E243748A-14B7-47E7-A512-F9CF8651FB0A}" srcOrd="0" destOrd="0" presId="urn:microsoft.com/office/officeart/2005/8/layout/vList2"/>
    <dgm:cxn modelId="{1E209478-B8F0-4770-A894-9A1B5B153FF9}" srcId="{C00BC2B3-04F3-43BF-BEBC-69D9507456E0}" destId="{B6C87A26-DB71-462F-AAE0-C4D29787B382}" srcOrd="1" destOrd="0" parTransId="{9D5C40A1-87B4-42E5-BB3F-28B18753C398}" sibTransId="{67E126DC-5033-45F8-8F72-004F0BB6D9BB}"/>
    <dgm:cxn modelId="{9445099D-C263-4A61-A27F-AF87AFD993F2}" type="presOf" srcId="{B6C87A26-DB71-462F-AAE0-C4D29787B382}" destId="{35CD5DA9-4333-4251-804E-DFDF9A57A145}" srcOrd="0" destOrd="0" presId="urn:microsoft.com/office/officeart/2005/8/layout/vList2"/>
    <dgm:cxn modelId="{D0FC5EDD-F528-4902-A4C3-B37AF55DD22A}" srcId="{C00BC2B3-04F3-43BF-BEBC-69D9507456E0}" destId="{77C65A04-1BA3-4D27-AD28-B7AF9E37EBC8}" srcOrd="4" destOrd="0" parTransId="{AB282875-A8A7-4DA3-9799-2B268388CBD6}" sibTransId="{B9F4572B-4685-479D-A17D-3D56E292883F}"/>
    <dgm:cxn modelId="{13CB1DE4-5FED-43A5-A693-DFA28AC5F6F3}" type="presOf" srcId="{4CB878F4-82CD-484C-9D25-2AC5B88B4E68}" destId="{7CD5E532-185A-4A93-8A8D-27A30A6F01EC}" srcOrd="0" destOrd="0" presId="urn:microsoft.com/office/officeart/2005/8/layout/vList2"/>
    <dgm:cxn modelId="{25DB1CF1-B6A6-4A85-BA73-54ED0577257D}" type="presOf" srcId="{C00BC2B3-04F3-43BF-BEBC-69D9507456E0}" destId="{EC5E0BD6-21F1-45A8-85E4-CAA52D5C9DE1}" srcOrd="0" destOrd="0" presId="urn:microsoft.com/office/officeart/2005/8/layout/vList2"/>
    <dgm:cxn modelId="{1E2F24E5-572A-4EAC-B7FF-24B74C661346}" type="presParOf" srcId="{EC5E0BD6-21F1-45A8-85E4-CAA52D5C9DE1}" destId="{E243748A-14B7-47E7-A512-F9CF8651FB0A}" srcOrd="0" destOrd="0" presId="urn:microsoft.com/office/officeart/2005/8/layout/vList2"/>
    <dgm:cxn modelId="{4E516FB4-D922-4CCE-8478-6EFC57921BA2}" type="presParOf" srcId="{EC5E0BD6-21F1-45A8-85E4-CAA52D5C9DE1}" destId="{B617D4EB-129C-4DD1-954C-029EAC1B059A}" srcOrd="1" destOrd="0" presId="urn:microsoft.com/office/officeart/2005/8/layout/vList2"/>
    <dgm:cxn modelId="{832B7C6C-1322-4FB1-BAD0-23441E913E2B}" type="presParOf" srcId="{EC5E0BD6-21F1-45A8-85E4-CAA52D5C9DE1}" destId="{35CD5DA9-4333-4251-804E-DFDF9A57A145}" srcOrd="2" destOrd="0" presId="urn:microsoft.com/office/officeart/2005/8/layout/vList2"/>
    <dgm:cxn modelId="{D965098D-3723-4D50-B3ED-03AF8F724671}" type="presParOf" srcId="{EC5E0BD6-21F1-45A8-85E4-CAA52D5C9DE1}" destId="{20601E96-C784-4D8E-A669-4322DF90C0B1}" srcOrd="3" destOrd="0" presId="urn:microsoft.com/office/officeart/2005/8/layout/vList2"/>
    <dgm:cxn modelId="{E546D944-2164-4209-B83E-0670689AF843}" type="presParOf" srcId="{EC5E0BD6-21F1-45A8-85E4-CAA52D5C9DE1}" destId="{41CA7677-4E9A-4C4B-8235-D460E4E7C23D}" srcOrd="4" destOrd="0" presId="urn:microsoft.com/office/officeart/2005/8/layout/vList2"/>
    <dgm:cxn modelId="{43064EFB-69B1-4096-8178-5DB75DBED824}" type="presParOf" srcId="{EC5E0BD6-21F1-45A8-85E4-CAA52D5C9DE1}" destId="{4093EB67-96AA-4C1E-ACCD-12B6E52BE9A7}" srcOrd="5" destOrd="0" presId="urn:microsoft.com/office/officeart/2005/8/layout/vList2"/>
    <dgm:cxn modelId="{2C4575AE-5279-4AEA-9C5A-BA6119B4A4C1}" type="presParOf" srcId="{EC5E0BD6-21F1-45A8-85E4-CAA52D5C9DE1}" destId="{7CD5E532-185A-4A93-8A8D-27A30A6F01EC}" srcOrd="6" destOrd="0" presId="urn:microsoft.com/office/officeart/2005/8/layout/vList2"/>
    <dgm:cxn modelId="{07D459AD-B9C6-451B-8AE4-E382D0845428}" type="presParOf" srcId="{EC5E0BD6-21F1-45A8-85E4-CAA52D5C9DE1}" destId="{1E1C0DF4-C7A1-4E79-8DFA-6B76ED5382F6}" srcOrd="7" destOrd="0" presId="urn:microsoft.com/office/officeart/2005/8/layout/vList2"/>
    <dgm:cxn modelId="{0EE5484C-9B02-47D5-8A68-4ED087AE7C56}" type="presParOf" srcId="{EC5E0BD6-21F1-45A8-85E4-CAA52D5C9DE1}" destId="{48746C41-DA8F-4A45-BAC8-BD08391BF22E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2D0D03B-E567-44E9-A4B9-B7A682F42B59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1515899-AB20-48D6-B5A8-163DBD253429}">
      <dgm:prSet/>
      <dgm:spPr/>
      <dgm:t>
        <a:bodyPr/>
        <a:lstStyle/>
        <a:p>
          <a:r>
            <a:rPr lang="en-US"/>
            <a:t>MRI uses radio frequency energies up to 16kw for 1.5T and 36kw for 3T</a:t>
          </a:r>
        </a:p>
      </dgm:t>
    </dgm:pt>
    <dgm:pt modelId="{9DCB7E70-A4BF-48B0-9558-9099872ECA1D}" type="parTrans" cxnId="{0F82CEF6-7BEF-4BCE-A009-4986F08DEFCD}">
      <dgm:prSet/>
      <dgm:spPr/>
      <dgm:t>
        <a:bodyPr/>
        <a:lstStyle/>
        <a:p>
          <a:endParaRPr lang="en-US"/>
        </a:p>
      </dgm:t>
    </dgm:pt>
    <dgm:pt modelId="{49E25D76-B0D8-4347-9114-2B4C0F263FEF}" type="sibTrans" cxnId="{0F82CEF6-7BEF-4BCE-A009-4986F08DEFCD}">
      <dgm:prSet/>
      <dgm:spPr/>
      <dgm:t>
        <a:bodyPr/>
        <a:lstStyle/>
        <a:p>
          <a:endParaRPr lang="en-US"/>
        </a:p>
      </dgm:t>
    </dgm:pt>
    <dgm:pt modelId="{94774E82-6F94-4157-A165-D20B5A31C3B9}">
      <dgm:prSet/>
      <dgm:spPr/>
      <dgm:t>
        <a:bodyPr/>
        <a:lstStyle/>
        <a:p>
          <a:r>
            <a:rPr lang="en-US"/>
            <a:t>Never disconnect RF connections while scanning</a:t>
          </a:r>
        </a:p>
      </dgm:t>
    </dgm:pt>
    <dgm:pt modelId="{7A238985-4137-4343-84C9-60C5C1171226}" type="parTrans" cxnId="{0CBD842D-4AA6-4F97-B7EB-0F759CA4AF81}">
      <dgm:prSet/>
      <dgm:spPr/>
      <dgm:t>
        <a:bodyPr/>
        <a:lstStyle/>
        <a:p>
          <a:endParaRPr lang="en-US"/>
        </a:p>
      </dgm:t>
    </dgm:pt>
    <dgm:pt modelId="{64605DBB-378F-48FF-BCF0-98A8ECFF0BB1}" type="sibTrans" cxnId="{0CBD842D-4AA6-4F97-B7EB-0F759CA4AF81}">
      <dgm:prSet/>
      <dgm:spPr/>
      <dgm:t>
        <a:bodyPr/>
        <a:lstStyle/>
        <a:p>
          <a:endParaRPr lang="en-US"/>
        </a:p>
      </dgm:t>
    </dgm:pt>
    <dgm:pt modelId="{7B440909-5AC3-46E1-9CE7-C19E9B884AE2}">
      <dgm:prSet/>
      <dgm:spPr/>
      <dgm:t>
        <a:bodyPr/>
        <a:lstStyle/>
        <a:p>
          <a:r>
            <a:rPr lang="en-US"/>
            <a:t>Be careful around:</a:t>
          </a:r>
        </a:p>
      </dgm:t>
    </dgm:pt>
    <dgm:pt modelId="{43DF00E4-17E8-4569-99B5-58B720B7EB82}" type="parTrans" cxnId="{E519AA0D-75E4-4160-A92F-591A76E9E4AC}">
      <dgm:prSet/>
      <dgm:spPr/>
      <dgm:t>
        <a:bodyPr/>
        <a:lstStyle/>
        <a:p>
          <a:endParaRPr lang="en-US"/>
        </a:p>
      </dgm:t>
    </dgm:pt>
    <dgm:pt modelId="{D45ADBB8-8ECB-44B7-A9DF-AFA7752DE976}" type="sibTrans" cxnId="{E519AA0D-75E4-4160-A92F-591A76E9E4AC}">
      <dgm:prSet/>
      <dgm:spPr/>
      <dgm:t>
        <a:bodyPr/>
        <a:lstStyle/>
        <a:p>
          <a:endParaRPr lang="en-US"/>
        </a:p>
      </dgm:t>
    </dgm:pt>
    <dgm:pt modelId="{4B54667D-409E-48C1-BF8C-F858979D73AC}">
      <dgm:prSet/>
      <dgm:spPr/>
      <dgm:t>
        <a:bodyPr/>
        <a:lstStyle/>
        <a:p>
          <a:r>
            <a:rPr lang="en-US"/>
            <a:t>the back of the RF amplifier</a:t>
          </a:r>
        </a:p>
      </dgm:t>
    </dgm:pt>
    <dgm:pt modelId="{87686F0F-A69F-48E2-8798-196903D4FF69}" type="parTrans" cxnId="{09C0B434-A0E6-4405-A02C-DFD744555F04}">
      <dgm:prSet/>
      <dgm:spPr/>
      <dgm:t>
        <a:bodyPr/>
        <a:lstStyle/>
        <a:p>
          <a:endParaRPr lang="en-US"/>
        </a:p>
      </dgm:t>
    </dgm:pt>
    <dgm:pt modelId="{8EAC83D3-397D-4AF1-9313-05BD96869E13}" type="sibTrans" cxnId="{09C0B434-A0E6-4405-A02C-DFD744555F04}">
      <dgm:prSet/>
      <dgm:spPr/>
      <dgm:t>
        <a:bodyPr/>
        <a:lstStyle/>
        <a:p>
          <a:endParaRPr lang="en-US"/>
        </a:p>
      </dgm:t>
    </dgm:pt>
    <dgm:pt modelId="{E9312E40-5A88-45A0-A0A3-C893980B366F}">
      <dgm:prSet/>
      <dgm:spPr/>
      <dgm:t>
        <a:bodyPr/>
        <a:lstStyle/>
        <a:p>
          <a:r>
            <a:rPr lang="en-US"/>
            <a:t>RF connections at the rear pedestal</a:t>
          </a:r>
        </a:p>
      </dgm:t>
    </dgm:pt>
    <dgm:pt modelId="{CD559986-4790-43A5-A9F4-716852C3DBBD}" type="parTrans" cxnId="{46D8CCC2-05C0-49EC-BA7D-CC486E298EB0}">
      <dgm:prSet/>
      <dgm:spPr/>
      <dgm:t>
        <a:bodyPr/>
        <a:lstStyle/>
        <a:p>
          <a:endParaRPr lang="en-US"/>
        </a:p>
      </dgm:t>
    </dgm:pt>
    <dgm:pt modelId="{D2D48FD6-EF93-4D08-A0CA-1EDFFA530ED4}" type="sibTrans" cxnId="{46D8CCC2-05C0-49EC-BA7D-CC486E298EB0}">
      <dgm:prSet/>
      <dgm:spPr/>
      <dgm:t>
        <a:bodyPr/>
        <a:lstStyle/>
        <a:p>
          <a:endParaRPr lang="en-US"/>
        </a:p>
      </dgm:t>
    </dgm:pt>
    <dgm:pt modelId="{2756BE3E-3C54-45D2-A6A6-4172D3A4F408}">
      <dgm:prSet/>
      <dgm:spPr/>
      <dgm:t>
        <a:bodyPr/>
        <a:lstStyle/>
        <a:p>
          <a:r>
            <a:rPr lang="en-US"/>
            <a:t>RF connections on PEN panel and Driver Module</a:t>
          </a:r>
        </a:p>
      </dgm:t>
    </dgm:pt>
    <dgm:pt modelId="{C8F393D0-723B-4D24-9DF5-8A1BF7C31230}" type="parTrans" cxnId="{44B4490B-C45A-47FB-9820-2FE8EB2C51BD}">
      <dgm:prSet/>
      <dgm:spPr/>
      <dgm:t>
        <a:bodyPr/>
        <a:lstStyle/>
        <a:p>
          <a:endParaRPr lang="en-US"/>
        </a:p>
      </dgm:t>
    </dgm:pt>
    <dgm:pt modelId="{11E87EA6-4E4A-4957-97F9-98E4B31934ED}" type="sibTrans" cxnId="{44B4490B-C45A-47FB-9820-2FE8EB2C51BD}">
      <dgm:prSet/>
      <dgm:spPr/>
      <dgm:t>
        <a:bodyPr/>
        <a:lstStyle/>
        <a:p>
          <a:endParaRPr lang="en-US"/>
        </a:p>
      </dgm:t>
    </dgm:pt>
    <dgm:pt modelId="{1CF9F442-ED86-41FB-A156-33E8D29CA1BF}">
      <dgm:prSet/>
      <dgm:spPr/>
      <dgm:t>
        <a:bodyPr/>
        <a:lstStyle/>
        <a:p>
          <a:r>
            <a:rPr lang="en-US"/>
            <a:t>Use the disable RF toggle switch in the exciter board as a safety precaution when other people are around.</a:t>
          </a:r>
        </a:p>
      </dgm:t>
    </dgm:pt>
    <dgm:pt modelId="{A8E190E4-31AD-4FD1-A079-085034D43900}" type="parTrans" cxnId="{50E1E22C-D147-4234-B8F7-A5CE02CB4DA6}">
      <dgm:prSet/>
      <dgm:spPr/>
      <dgm:t>
        <a:bodyPr/>
        <a:lstStyle/>
        <a:p>
          <a:endParaRPr lang="en-US"/>
        </a:p>
      </dgm:t>
    </dgm:pt>
    <dgm:pt modelId="{D1AE53FC-4EF6-4A96-B03C-1F7B113084A2}" type="sibTrans" cxnId="{50E1E22C-D147-4234-B8F7-A5CE02CB4DA6}">
      <dgm:prSet/>
      <dgm:spPr/>
      <dgm:t>
        <a:bodyPr/>
        <a:lstStyle/>
        <a:p>
          <a:endParaRPr lang="en-US"/>
        </a:p>
      </dgm:t>
    </dgm:pt>
    <dgm:pt modelId="{4B6DBBA0-E9C9-4151-9298-9E0290477B36}" type="pres">
      <dgm:prSet presAssocID="{A2D0D03B-E567-44E9-A4B9-B7A682F42B59}" presName="root" presStyleCnt="0">
        <dgm:presLayoutVars>
          <dgm:dir/>
          <dgm:resizeHandles val="exact"/>
        </dgm:presLayoutVars>
      </dgm:prSet>
      <dgm:spPr/>
    </dgm:pt>
    <dgm:pt modelId="{3A8FB748-7435-4045-A348-BA697FA4655F}" type="pres">
      <dgm:prSet presAssocID="{11515899-AB20-48D6-B5A8-163DBD253429}" presName="compNode" presStyleCnt="0"/>
      <dgm:spPr/>
    </dgm:pt>
    <dgm:pt modelId="{E0A830E5-EAC3-4F04-88F6-FC39C8B0CE01}" type="pres">
      <dgm:prSet presAssocID="{11515899-AB20-48D6-B5A8-163DBD253429}" presName="bgRect" presStyleLbl="bgShp" presStyleIdx="0" presStyleCnt="4"/>
      <dgm:spPr/>
    </dgm:pt>
    <dgm:pt modelId="{DE7BE005-F8A1-4E0F-94D6-FB18A4528372}" type="pres">
      <dgm:prSet presAssocID="{11515899-AB20-48D6-B5A8-163DBD253429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ull Battery"/>
        </a:ext>
      </dgm:extLst>
    </dgm:pt>
    <dgm:pt modelId="{443A6DE7-105F-4B44-A362-21BE8F242D11}" type="pres">
      <dgm:prSet presAssocID="{11515899-AB20-48D6-B5A8-163DBD253429}" presName="spaceRect" presStyleCnt="0"/>
      <dgm:spPr/>
    </dgm:pt>
    <dgm:pt modelId="{4EE86187-9322-4D67-ACBF-1A29D6002A10}" type="pres">
      <dgm:prSet presAssocID="{11515899-AB20-48D6-B5A8-163DBD253429}" presName="parTx" presStyleLbl="revTx" presStyleIdx="0" presStyleCnt="5">
        <dgm:presLayoutVars>
          <dgm:chMax val="0"/>
          <dgm:chPref val="0"/>
        </dgm:presLayoutVars>
      </dgm:prSet>
      <dgm:spPr/>
    </dgm:pt>
    <dgm:pt modelId="{7DC9DF1E-9F34-421F-8110-1FC7D9307981}" type="pres">
      <dgm:prSet presAssocID="{49E25D76-B0D8-4347-9114-2B4C0F263FEF}" presName="sibTrans" presStyleCnt="0"/>
      <dgm:spPr/>
    </dgm:pt>
    <dgm:pt modelId="{25225058-912B-43EE-852A-C0C3BFFB7660}" type="pres">
      <dgm:prSet presAssocID="{94774E82-6F94-4157-A165-D20B5A31C3B9}" presName="compNode" presStyleCnt="0"/>
      <dgm:spPr/>
    </dgm:pt>
    <dgm:pt modelId="{944DAADB-161B-4E0E-9A2C-E983BAC5797A}" type="pres">
      <dgm:prSet presAssocID="{94774E82-6F94-4157-A165-D20B5A31C3B9}" presName="bgRect" presStyleLbl="bgShp" presStyleIdx="1" presStyleCnt="4"/>
      <dgm:spPr/>
    </dgm:pt>
    <dgm:pt modelId="{97BFC0BD-3B01-4C71-8B61-B70A5B453CD1}" type="pres">
      <dgm:prSet presAssocID="{94774E82-6F94-4157-A165-D20B5A31C3B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reless router"/>
        </a:ext>
      </dgm:extLst>
    </dgm:pt>
    <dgm:pt modelId="{2509BF6D-3755-44CF-BC57-21A560E999D3}" type="pres">
      <dgm:prSet presAssocID="{94774E82-6F94-4157-A165-D20B5A31C3B9}" presName="spaceRect" presStyleCnt="0"/>
      <dgm:spPr/>
    </dgm:pt>
    <dgm:pt modelId="{CC8D8FFB-3CC8-420A-89FA-F120FA50F572}" type="pres">
      <dgm:prSet presAssocID="{94774E82-6F94-4157-A165-D20B5A31C3B9}" presName="parTx" presStyleLbl="revTx" presStyleIdx="1" presStyleCnt="5">
        <dgm:presLayoutVars>
          <dgm:chMax val="0"/>
          <dgm:chPref val="0"/>
        </dgm:presLayoutVars>
      </dgm:prSet>
      <dgm:spPr/>
    </dgm:pt>
    <dgm:pt modelId="{B0786177-327D-48B6-9E4F-03F4FF6CEE9F}" type="pres">
      <dgm:prSet presAssocID="{64605DBB-378F-48FF-BCF0-98A8ECFF0BB1}" presName="sibTrans" presStyleCnt="0"/>
      <dgm:spPr/>
    </dgm:pt>
    <dgm:pt modelId="{F7FE568D-9C3D-4CA7-B65E-D79D3ED02126}" type="pres">
      <dgm:prSet presAssocID="{7B440909-5AC3-46E1-9CE7-C19E9B884AE2}" presName="compNode" presStyleCnt="0"/>
      <dgm:spPr/>
    </dgm:pt>
    <dgm:pt modelId="{88A339E8-24F3-4ED3-951D-D7259B95E20A}" type="pres">
      <dgm:prSet presAssocID="{7B440909-5AC3-46E1-9CE7-C19E9B884AE2}" presName="bgRect" presStyleLbl="bgShp" presStyleIdx="2" presStyleCnt="4"/>
      <dgm:spPr/>
    </dgm:pt>
    <dgm:pt modelId="{692C4142-46C2-42A1-A5BA-E6E81A02C8D9}" type="pres">
      <dgm:prSet presAssocID="{7B440909-5AC3-46E1-9CE7-C19E9B884AE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lectrician"/>
        </a:ext>
      </dgm:extLst>
    </dgm:pt>
    <dgm:pt modelId="{53217A4D-DC12-44E2-B097-DBA9CCB91178}" type="pres">
      <dgm:prSet presAssocID="{7B440909-5AC3-46E1-9CE7-C19E9B884AE2}" presName="spaceRect" presStyleCnt="0"/>
      <dgm:spPr/>
    </dgm:pt>
    <dgm:pt modelId="{3BA73DF7-859D-42E1-9E75-4DE178518FBA}" type="pres">
      <dgm:prSet presAssocID="{7B440909-5AC3-46E1-9CE7-C19E9B884AE2}" presName="parTx" presStyleLbl="revTx" presStyleIdx="2" presStyleCnt="5">
        <dgm:presLayoutVars>
          <dgm:chMax val="0"/>
          <dgm:chPref val="0"/>
        </dgm:presLayoutVars>
      </dgm:prSet>
      <dgm:spPr/>
    </dgm:pt>
    <dgm:pt modelId="{6A37D2D0-9CBB-4ED2-BEA0-4BDC583C7935}" type="pres">
      <dgm:prSet presAssocID="{7B440909-5AC3-46E1-9CE7-C19E9B884AE2}" presName="desTx" presStyleLbl="revTx" presStyleIdx="3" presStyleCnt="5">
        <dgm:presLayoutVars/>
      </dgm:prSet>
      <dgm:spPr/>
    </dgm:pt>
    <dgm:pt modelId="{172E8FAE-0CB5-497B-97D4-B670E415ED56}" type="pres">
      <dgm:prSet presAssocID="{D45ADBB8-8ECB-44B7-A9DF-AFA7752DE976}" presName="sibTrans" presStyleCnt="0"/>
      <dgm:spPr/>
    </dgm:pt>
    <dgm:pt modelId="{54D9EBE1-F882-4C02-ADDB-C01AB67BA10C}" type="pres">
      <dgm:prSet presAssocID="{1CF9F442-ED86-41FB-A156-33E8D29CA1BF}" presName="compNode" presStyleCnt="0"/>
      <dgm:spPr/>
    </dgm:pt>
    <dgm:pt modelId="{6A8EA61F-AC85-42B8-A15B-58D7578BA9B6}" type="pres">
      <dgm:prSet presAssocID="{1CF9F442-ED86-41FB-A156-33E8D29CA1BF}" presName="bgRect" presStyleLbl="bgShp" presStyleIdx="3" presStyleCnt="4"/>
      <dgm:spPr/>
    </dgm:pt>
    <dgm:pt modelId="{5A32599F-720D-40D4-9DF6-E8EEA8DC0D64}" type="pres">
      <dgm:prSet presAssocID="{1CF9F442-ED86-41FB-A156-33E8D29CA1B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rbidden"/>
        </a:ext>
      </dgm:extLst>
    </dgm:pt>
    <dgm:pt modelId="{0EFC061D-FCEE-4A66-882F-7405DE62F526}" type="pres">
      <dgm:prSet presAssocID="{1CF9F442-ED86-41FB-A156-33E8D29CA1BF}" presName="spaceRect" presStyleCnt="0"/>
      <dgm:spPr/>
    </dgm:pt>
    <dgm:pt modelId="{11A39AE0-71B4-4900-BB28-0A90E5C61443}" type="pres">
      <dgm:prSet presAssocID="{1CF9F442-ED86-41FB-A156-33E8D29CA1BF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4A259E06-B368-41A9-81F3-6269466F6C05}" type="presOf" srcId="{94774E82-6F94-4157-A165-D20B5A31C3B9}" destId="{CC8D8FFB-3CC8-420A-89FA-F120FA50F572}" srcOrd="0" destOrd="0" presId="urn:microsoft.com/office/officeart/2018/2/layout/IconVerticalSolidList"/>
    <dgm:cxn modelId="{44B4490B-C45A-47FB-9820-2FE8EB2C51BD}" srcId="{7B440909-5AC3-46E1-9CE7-C19E9B884AE2}" destId="{2756BE3E-3C54-45D2-A6A6-4172D3A4F408}" srcOrd="2" destOrd="0" parTransId="{C8F393D0-723B-4D24-9DF5-8A1BF7C31230}" sibTransId="{11E87EA6-4E4A-4957-97F9-98E4B31934ED}"/>
    <dgm:cxn modelId="{E519AA0D-75E4-4160-A92F-591A76E9E4AC}" srcId="{A2D0D03B-E567-44E9-A4B9-B7A682F42B59}" destId="{7B440909-5AC3-46E1-9CE7-C19E9B884AE2}" srcOrd="2" destOrd="0" parTransId="{43DF00E4-17E8-4569-99B5-58B720B7EB82}" sibTransId="{D45ADBB8-8ECB-44B7-A9DF-AFA7752DE976}"/>
    <dgm:cxn modelId="{8D3D0113-EB47-48F3-A210-80A051A0734A}" type="presOf" srcId="{11515899-AB20-48D6-B5A8-163DBD253429}" destId="{4EE86187-9322-4D67-ACBF-1A29D6002A10}" srcOrd="0" destOrd="0" presId="urn:microsoft.com/office/officeart/2018/2/layout/IconVerticalSolidList"/>
    <dgm:cxn modelId="{50E1E22C-D147-4234-B8F7-A5CE02CB4DA6}" srcId="{A2D0D03B-E567-44E9-A4B9-B7A682F42B59}" destId="{1CF9F442-ED86-41FB-A156-33E8D29CA1BF}" srcOrd="3" destOrd="0" parTransId="{A8E190E4-31AD-4FD1-A079-085034D43900}" sibTransId="{D1AE53FC-4EF6-4A96-B03C-1F7B113084A2}"/>
    <dgm:cxn modelId="{0CBD842D-4AA6-4F97-B7EB-0F759CA4AF81}" srcId="{A2D0D03B-E567-44E9-A4B9-B7A682F42B59}" destId="{94774E82-6F94-4157-A165-D20B5A31C3B9}" srcOrd="1" destOrd="0" parTransId="{7A238985-4137-4343-84C9-60C5C1171226}" sibTransId="{64605DBB-378F-48FF-BCF0-98A8ECFF0BB1}"/>
    <dgm:cxn modelId="{80BB1933-8F72-4B20-B7D3-6BCFAC91E46B}" type="presOf" srcId="{2756BE3E-3C54-45D2-A6A6-4172D3A4F408}" destId="{6A37D2D0-9CBB-4ED2-BEA0-4BDC583C7935}" srcOrd="0" destOrd="2" presId="urn:microsoft.com/office/officeart/2018/2/layout/IconVerticalSolidList"/>
    <dgm:cxn modelId="{09C0B434-A0E6-4405-A02C-DFD744555F04}" srcId="{7B440909-5AC3-46E1-9CE7-C19E9B884AE2}" destId="{4B54667D-409E-48C1-BF8C-F858979D73AC}" srcOrd="0" destOrd="0" parTransId="{87686F0F-A69F-48E2-8798-196903D4FF69}" sibTransId="{8EAC83D3-397D-4AF1-9313-05BD96869E13}"/>
    <dgm:cxn modelId="{E7338B3E-BF51-4BD2-950C-36DEB029C4AF}" type="presOf" srcId="{A2D0D03B-E567-44E9-A4B9-B7A682F42B59}" destId="{4B6DBBA0-E9C9-4151-9298-9E0290477B36}" srcOrd="0" destOrd="0" presId="urn:microsoft.com/office/officeart/2018/2/layout/IconVerticalSolidList"/>
    <dgm:cxn modelId="{5F3C6662-1331-4DD7-AD57-0B438003B0F0}" type="presOf" srcId="{E9312E40-5A88-45A0-A0A3-C893980B366F}" destId="{6A37D2D0-9CBB-4ED2-BEA0-4BDC583C7935}" srcOrd="0" destOrd="1" presId="urn:microsoft.com/office/officeart/2018/2/layout/IconVerticalSolidList"/>
    <dgm:cxn modelId="{3CF69942-5B82-4A9D-A2FC-7CFFC23D394D}" type="presOf" srcId="{7B440909-5AC3-46E1-9CE7-C19E9B884AE2}" destId="{3BA73DF7-859D-42E1-9E75-4DE178518FBA}" srcOrd="0" destOrd="0" presId="urn:microsoft.com/office/officeart/2018/2/layout/IconVerticalSolidList"/>
    <dgm:cxn modelId="{C83AFF70-DDC1-4EEC-B1A1-CA0C1B113D32}" type="presOf" srcId="{1CF9F442-ED86-41FB-A156-33E8D29CA1BF}" destId="{11A39AE0-71B4-4900-BB28-0A90E5C61443}" srcOrd="0" destOrd="0" presId="urn:microsoft.com/office/officeart/2018/2/layout/IconVerticalSolidList"/>
    <dgm:cxn modelId="{46D8CCC2-05C0-49EC-BA7D-CC486E298EB0}" srcId="{7B440909-5AC3-46E1-9CE7-C19E9B884AE2}" destId="{E9312E40-5A88-45A0-A0A3-C893980B366F}" srcOrd="1" destOrd="0" parTransId="{CD559986-4790-43A5-A9F4-716852C3DBBD}" sibTransId="{D2D48FD6-EF93-4D08-A0CA-1EDFFA530ED4}"/>
    <dgm:cxn modelId="{8ECA32E3-4B12-47D9-8E83-34242127680F}" type="presOf" srcId="{4B54667D-409E-48C1-BF8C-F858979D73AC}" destId="{6A37D2D0-9CBB-4ED2-BEA0-4BDC583C7935}" srcOrd="0" destOrd="0" presId="urn:microsoft.com/office/officeart/2018/2/layout/IconVerticalSolidList"/>
    <dgm:cxn modelId="{0F82CEF6-7BEF-4BCE-A009-4986F08DEFCD}" srcId="{A2D0D03B-E567-44E9-A4B9-B7A682F42B59}" destId="{11515899-AB20-48D6-B5A8-163DBD253429}" srcOrd="0" destOrd="0" parTransId="{9DCB7E70-A4BF-48B0-9558-9099872ECA1D}" sibTransId="{49E25D76-B0D8-4347-9114-2B4C0F263FEF}"/>
    <dgm:cxn modelId="{7D7AB2CB-513B-4C06-92F3-88ACEED44260}" type="presParOf" srcId="{4B6DBBA0-E9C9-4151-9298-9E0290477B36}" destId="{3A8FB748-7435-4045-A348-BA697FA4655F}" srcOrd="0" destOrd="0" presId="urn:microsoft.com/office/officeart/2018/2/layout/IconVerticalSolidList"/>
    <dgm:cxn modelId="{C57D90B3-11EC-4D48-8632-2E59B39D7C8F}" type="presParOf" srcId="{3A8FB748-7435-4045-A348-BA697FA4655F}" destId="{E0A830E5-EAC3-4F04-88F6-FC39C8B0CE01}" srcOrd="0" destOrd="0" presId="urn:microsoft.com/office/officeart/2018/2/layout/IconVerticalSolidList"/>
    <dgm:cxn modelId="{80361465-8D08-48FF-A699-CE5EAE799824}" type="presParOf" srcId="{3A8FB748-7435-4045-A348-BA697FA4655F}" destId="{DE7BE005-F8A1-4E0F-94D6-FB18A4528372}" srcOrd="1" destOrd="0" presId="urn:microsoft.com/office/officeart/2018/2/layout/IconVerticalSolidList"/>
    <dgm:cxn modelId="{72781702-B40B-4FB0-84D8-453E5547A9A8}" type="presParOf" srcId="{3A8FB748-7435-4045-A348-BA697FA4655F}" destId="{443A6DE7-105F-4B44-A362-21BE8F242D11}" srcOrd="2" destOrd="0" presId="urn:microsoft.com/office/officeart/2018/2/layout/IconVerticalSolidList"/>
    <dgm:cxn modelId="{6D5E8542-24E6-439D-94CA-FB8DB510CE63}" type="presParOf" srcId="{3A8FB748-7435-4045-A348-BA697FA4655F}" destId="{4EE86187-9322-4D67-ACBF-1A29D6002A10}" srcOrd="3" destOrd="0" presId="urn:microsoft.com/office/officeart/2018/2/layout/IconVerticalSolidList"/>
    <dgm:cxn modelId="{17D0C119-AB87-4339-BD0C-66CE341FF04B}" type="presParOf" srcId="{4B6DBBA0-E9C9-4151-9298-9E0290477B36}" destId="{7DC9DF1E-9F34-421F-8110-1FC7D9307981}" srcOrd="1" destOrd="0" presId="urn:microsoft.com/office/officeart/2018/2/layout/IconVerticalSolidList"/>
    <dgm:cxn modelId="{C695D5F3-F8D1-4AD3-9B08-C7BD6FEF7DC5}" type="presParOf" srcId="{4B6DBBA0-E9C9-4151-9298-9E0290477B36}" destId="{25225058-912B-43EE-852A-C0C3BFFB7660}" srcOrd="2" destOrd="0" presId="urn:microsoft.com/office/officeart/2018/2/layout/IconVerticalSolidList"/>
    <dgm:cxn modelId="{1E31EAE3-56FD-4A60-B2E4-9670B4008714}" type="presParOf" srcId="{25225058-912B-43EE-852A-C0C3BFFB7660}" destId="{944DAADB-161B-4E0E-9A2C-E983BAC5797A}" srcOrd="0" destOrd="0" presId="urn:microsoft.com/office/officeart/2018/2/layout/IconVerticalSolidList"/>
    <dgm:cxn modelId="{3FBE114D-DD06-4AF6-BDAC-8EE328797DDE}" type="presParOf" srcId="{25225058-912B-43EE-852A-C0C3BFFB7660}" destId="{97BFC0BD-3B01-4C71-8B61-B70A5B453CD1}" srcOrd="1" destOrd="0" presId="urn:microsoft.com/office/officeart/2018/2/layout/IconVerticalSolidList"/>
    <dgm:cxn modelId="{6050B892-CE23-45C3-816A-FA56DC031175}" type="presParOf" srcId="{25225058-912B-43EE-852A-C0C3BFFB7660}" destId="{2509BF6D-3755-44CF-BC57-21A560E999D3}" srcOrd="2" destOrd="0" presId="urn:microsoft.com/office/officeart/2018/2/layout/IconVerticalSolidList"/>
    <dgm:cxn modelId="{7D2AD958-95D7-4744-A6B4-766D11CF8492}" type="presParOf" srcId="{25225058-912B-43EE-852A-C0C3BFFB7660}" destId="{CC8D8FFB-3CC8-420A-89FA-F120FA50F572}" srcOrd="3" destOrd="0" presId="urn:microsoft.com/office/officeart/2018/2/layout/IconVerticalSolidList"/>
    <dgm:cxn modelId="{8E11B71C-E008-4496-A871-E5229A5BA2FB}" type="presParOf" srcId="{4B6DBBA0-E9C9-4151-9298-9E0290477B36}" destId="{B0786177-327D-48B6-9E4F-03F4FF6CEE9F}" srcOrd="3" destOrd="0" presId="urn:microsoft.com/office/officeart/2018/2/layout/IconVerticalSolidList"/>
    <dgm:cxn modelId="{9CA68A6D-3E28-4986-9F29-EB122C0CEDBB}" type="presParOf" srcId="{4B6DBBA0-E9C9-4151-9298-9E0290477B36}" destId="{F7FE568D-9C3D-4CA7-B65E-D79D3ED02126}" srcOrd="4" destOrd="0" presId="urn:microsoft.com/office/officeart/2018/2/layout/IconVerticalSolidList"/>
    <dgm:cxn modelId="{63E5350D-C5B2-4405-87BD-EE1F2D7834A0}" type="presParOf" srcId="{F7FE568D-9C3D-4CA7-B65E-D79D3ED02126}" destId="{88A339E8-24F3-4ED3-951D-D7259B95E20A}" srcOrd="0" destOrd="0" presId="urn:microsoft.com/office/officeart/2018/2/layout/IconVerticalSolidList"/>
    <dgm:cxn modelId="{17C68E5C-8187-4167-A5E0-53205F4F3D2D}" type="presParOf" srcId="{F7FE568D-9C3D-4CA7-B65E-D79D3ED02126}" destId="{692C4142-46C2-42A1-A5BA-E6E81A02C8D9}" srcOrd="1" destOrd="0" presId="urn:microsoft.com/office/officeart/2018/2/layout/IconVerticalSolidList"/>
    <dgm:cxn modelId="{0FF99322-C62A-4E52-B0E1-5A6E13663BA3}" type="presParOf" srcId="{F7FE568D-9C3D-4CA7-B65E-D79D3ED02126}" destId="{53217A4D-DC12-44E2-B097-DBA9CCB91178}" srcOrd="2" destOrd="0" presId="urn:microsoft.com/office/officeart/2018/2/layout/IconVerticalSolidList"/>
    <dgm:cxn modelId="{E4B5C2B1-9D2D-4C15-BF6F-5B419CCB3379}" type="presParOf" srcId="{F7FE568D-9C3D-4CA7-B65E-D79D3ED02126}" destId="{3BA73DF7-859D-42E1-9E75-4DE178518FBA}" srcOrd="3" destOrd="0" presId="urn:microsoft.com/office/officeart/2018/2/layout/IconVerticalSolidList"/>
    <dgm:cxn modelId="{E34C6A78-3EFF-4716-919C-DF76F9BC500A}" type="presParOf" srcId="{F7FE568D-9C3D-4CA7-B65E-D79D3ED02126}" destId="{6A37D2D0-9CBB-4ED2-BEA0-4BDC583C7935}" srcOrd="4" destOrd="0" presId="urn:microsoft.com/office/officeart/2018/2/layout/IconVerticalSolidList"/>
    <dgm:cxn modelId="{94CA8C0C-5E48-4BA5-A2B5-10EF5359010F}" type="presParOf" srcId="{4B6DBBA0-E9C9-4151-9298-9E0290477B36}" destId="{172E8FAE-0CB5-497B-97D4-B670E415ED56}" srcOrd="5" destOrd="0" presId="urn:microsoft.com/office/officeart/2018/2/layout/IconVerticalSolidList"/>
    <dgm:cxn modelId="{D8A728C2-9F58-4656-8796-DFFFCC21D6DC}" type="presParOf" srcId="{4B6DBBA0-E9C9-4151-9298-9E0290477B36}" destId="{54D9EBE1-F882-4C02-ADDB-C01AB67BA10C}" srcOrd="6" destOrd="0" presId="urn:microsoft.com/office/officeart/2018/2/layout/IconVerticalSolidList"/>
    <dgm:cxn modelId="{7034DDAA-D095-4100-848B-13CDDBCA6411}" type="presParOf" srcId="{54D9EBE1-F882-4C02-ADDB-C01AB67BA10C}" destId="{6A8EA61F-AC85-42B8-A15B-58D7578BA9B6}" srcOrd="0" destOrd="0" presId="urn:microsoft.com/office/officeart/2018/2/layout/IconVerticalSolidList"/>
    <dgm:cxn modelId="{529CCD65-2799-49AB-91D7-15A1401B9317}" type="presParOf" srcId="{54D9EBE1-F882-4C02-ADDB-C01AB67BA10C}" destId="{5A32599F-720D-40D4-9DF6-E8EEA8DC0D64}" srcOrd="1" destOrd="0" presId="urn:microsoft.com/office/officeart/2018/2/layout/IconVerticalSolidList"/>
    <dgm:cxn modelId="{D5DCB7C8-7375-4689-9687-A0E9D2E7A0E6}" type="presParOf" srcId="{54D9EBE1-F882-4C02-ADDB-C01AB67BA10C}" destId="{0EFC061D-FCEE-4A66-882F-7405DE62F526}" srcOrd="2" destOrd="0" presId="urn:microsoft.com/office/officeart/2018/2/layout/IconVerticalSolidList"/>
    <dgm:cxn modelId="{14004F03-CFA4-40CD-9DA3-07E649C3105B}" type="presParOf" srcId="{54D9EBE1-F882-4C02-ADDB-C01AB67BA10C}" destId="{11A39AE0-71B4-4900-BB28-0A90E5C6144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563974-6424-41B2-BC25-791C4810631F}">
      <dsp:nvSpPr>
        <dsp:cNvPr id="0" name=""/>
        <dsp:cNvSpPr/>
      </dsp:nvSpPr>
      <dsp:spPr>
        <a:xfrm>
          <a:off x="975705" y="1416778"/>
          <a:ext cx="1106966" cy="110696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46FFB2-1BA4-49F7-ABE3-650DE73B15FB}">
      <dsp:nvSpPr>
        <dsp:cNvPr id="0" name=""/>
        <dsp:cNvSpPr/>
      </dsp:nvSpPr>
      <dsp:spPr>
        <a:xfrm>
          <a:off x="299225" y="2846384"/>
          <a:ext cx="245992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Understand the dangers of MRI and how to avoid them</a:t>
          </a:r>
        </a:p>
      </dsp:txBody>
      <dsp:txXfrm>
        <a:off x="299225" y="2846384"/>
        <a:ext cx="2459925" cy="720000"/>
      </dsp:txXfrm>
    </dsp:sp>
    <dsp:sp modelId="{BEB4B4A0-4085-4786-B593-B8532C3ADE8D}">
      <dsp:nvSpPr>
        <dsp:cNvPr id="0" name=""/>
        <dsp:cNvSpPr/>
      </dsp:nvSpPr>
      <dsp:spPr>
        <a:xfrm>
          <a:off x="3866116" y="1416778"/>
          <a:ext cx="1106966" cy="110696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BC48FE-CBE2-415E-A2A7-A1E26D9856B1}">
      <dsp:nvSpPr>
        <dsp:cNvPr id="0" name=""/>
        <dsp:cNvSpPr/>
      </dsp:nvSpPr>
      <dsp:spPr>
        <a:xfrm>
          <a:off x="3189637" y="2846384"/>
          <a:ext cx="245992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Be able to identify the different types of safety hazards in MR</a:t>
          </a:r>
        </a:p>
      </dsp:txBody>
      <dsp:txXfrm>
        <a:off x="3189637" y="2846384"/>
        <a:ext cx="2459925" cy="720000"/>
      </dsp:txXfrm>
    </dsp:sp>
    <dsp:sp modelId="{2580C5EC-561D-4F25-99D6-C3464632CBFE}">
      <dsp:nvSpPr>
        <dsp:cNvPr id="0" name=""/>
        <dsp:cNvSpPr/>
      </dsp:nvSpPr>
      <dsp:spPr>
        <a:xfrm>
          <a:off x="6756528" y="1416778"/>
          <a:ext cx="1106966" cy="110696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707A31-14B3-452C-BDA8-39639DCD2902}">
      <dsp:nvSpPr>
        <dsp:cNvPr id="0" name=""/>
        <dsp:cNvSpPr/>
      </dsp:nvSpPr>
      <dsp:spPr>
        <a:xfrm>
          <a:off x="6080049" y="2846384"/>
          <a:ext cx="245992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Become familiar with the basic MR procedures to be able to perform them or assist an MR expert to perform them safely </a:t>
          </a:r>
        </a:p>
      </dsp:txBody>
      <dsp:txXfrm>
        <a:off x="6080049" y="2846384"/>
        <a:ext cx="2459925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61A942-47DE-47E1-86F9-4734D2252F94}">
      <dsp:nvSpPr>
        <dsp:cNvPr id="0" name=""/>
        <dsp:cNvSpPr/>
      </dsp:nvSpPr>
      <dsp:spPr>
        <a:xfrm>
          <a:off x="0" y="390441"/>
          <a:ext cx="8839200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4124AF-94E0-4E08-B8C5-5A2BEC1FE28C}">
      <dsp:nvSpPr>
        <dsp:cNvPr id="0" name=""/>
        <dsp:cNvSpPr/>
      </dsp:nvSpPr>
      <dsp:spPr>
        <a:xfrm>
          <a:off x="441960" y="124761"/>
          <a:ext cx="6187440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33871" tIns="0" rIns="233871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Line voltage 480V three phase delta </a:t>
          </a:r>
        </a:p>
      </dsp:txBody>
      <dsp:txXfrm>
        <a:off x="467899" y="150700"/>
        <a:ext cx="6135562" cy="479482"/>
      </dsp:txXfrm>
    </dsp:sp>
    <dsp:sp modelId="{890BCD54-BC57-4B6E-B728-E0A05F9EEA32}">
      <dsp:nvSpPr>
        <dsp:cNvPr id="0" name=""/>
        <dsp:cNvSpPr/>
      </dsp:nvSpPr>
      <dsp:spPr>
        <a:xfrm>
          <a:off x="0" y="1206921"/>
          <a:ext cx="8839200" cy="16443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6020" tIns="374904" rIns="686020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SSM or Driver Module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Hybrid splitter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Bias lines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Coils</a:t>
          </a:r>
        </a:p>
      </dsp:txBody>
      <dsp:txXfrm>
        <a:off x="0" y="1206921"/>
        <a:ext cx="8839200" cy="1644300"/>
      </dsp:txXfrm>
    </dsp:sp>
    <dsp:sp modelId="{5E90CA5F-57E0-4825-9A14-FFD918A84E31}">
      <dsp:nvSpPr>
        <dsp:cNvPr id="0" name=""/>
        <dsp:cNvSpPr/>
      </dsp:nvSpPr>
      <dsp:spPr>
        <a:xfrm>
          <a:off x="441960" y="941241"/>
          <a:ext cx="6187440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33871" tIns="0" rIns="233871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500-1000VDC: </a:t>
          </a:r>
        </a:p>
      </dsp:txBody>
      <dsp:txXfrm>
        <a:off x="467899" y="967180"/>
        <a:ext cx="6135562" cy="479482"/>
      </dsp:txXfrm>
    </dsp:sp>
    <dsp:sp modelId="{B467259A-1EC2-417A-8C10-8C3CBF6BC30B}">
      <dsp:nvSpPr>
        <dsp:cNvPr id="0" name=""/>
        <dsp:cNvSpPr/>
      </dsp:nvSpPr>
      <dsp:spPr>
        <a:xfrm>
          <a:off x="0" y="3214101"/>
          <a:ext cx="8839200" cy="16443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6020" tIns="374904" rIns="686020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Back of the gradients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Gradient filter connections in both sides of the penetration panel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Gradient coil connections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PDU incoming Power connections</a:t>
          </a:r>
        </a:p>
      </dsp:txBody>
      <dsp:txXfrm>
        <a:off x="0" y="3214101"/>
        <a:ext cx="8839200" cy="1644300"/>
      </dsp:txXfrm>
    </dsp:sp>
    <dsp:sp modelId="{189EE8EF-4EC4-4E61-90FE-A655AC26DDFC}">
      <dsp:nvSpPr>
        <dsp:cNvPr id="0" name=""/>
        <dsp:cNvSpPr/>
      </dsp:nvSpPr>
      <dsp:spPr>
        <a:xfrm>
          <a:off x="441960" y="2948421"/>
          <a:ext cx="6187440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33871" tIns="0" rIns="233871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High voltage and currents:</a:t>
          </a:r>
        </a:p>
      </dsp:txBody>
      <dsp:txXfrm>
        <a:off x="467899" y="2974360"/>
        <a:ext cx="6135562" cy="47948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DEC132-CA62-4245-B5D3-DC33BC0D9235}">
      <dsp:nvSpPr>
        <dsp:cNvPr id="0" name=""/>
        <dsp:cNvSpPr/>
      </dsp:nvSpPr>
      <dsp:spPr>
        <a:xfrm>
          <a:off x="0" y="2429"/>
          <a:ext cx="5111749" cy="1231211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BBA07E-F9C5-46AF-90D2-78648B374989}">
      <dsp:nvSpPr>
        <dsp:cNvPr id="0" name=""/>
        <dsp:cNvSpPr/>
      </dsp:nvSpPr>
      <dsp:spPr>
        <a:xfrm>
          <a:off x="372441" y="279451"/>
          <a:ext cx="677166" cy="67716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BC545C-5809-4C5C-B73A-3ADEF574B03A}">
      <dsp:nvSpPr>
        <dsp:cNvPr id="0" name=""/>
        <dsp:cNvSpPr/>
      </dsp:nvSpPr>
      <dsp:spPr>
        <a:xfrm>
          <a:off x="1422049" y="2429"/>
          <a:ext cx="3689700" cy="12312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303" tIns="130303" rIns="130303" bIns="130303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Risk of pinching due to moving parts</a:t>
          </a:r>
        </a:p>
      </dsp:txBody>
      <dsp:txXfrm>
        <a:off x="1422049" y="2429"/>
        <a:ext cx="3689700" cy="1231211"/>
      </dsp:txXfrm>
    </dsp:sp>
    <dsp:sp modelId="{2A7D7D4B-574D-4EF6-A2CC-03FE1ED02AEF}">
      <dsp:nvSpPr>
        <dsp:cNvPr id="0" name=""/>
        <dsp:cNvSpPr/>
      </dsp:nvSpPr>
      <dsp:spPr>
        <a:xfrm>
          <a:off x="0" y="1541443"/>
          <a:ext cx="5111749" cy="1231211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FF1E07-77AC-47FA-987E-82E43A4CBB99}">
      <dsp:nvSpPr>
        <dsp:cNvPr id="0" name=""/>
        <dsp:cNvSpPr/>
      </dsp:nvSpPr>
      <dsp:spPr>
        <a:xfrm>
          <a:off x="372441" y="1818466"/>
          <a:ext cx="677166" cy="67716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B9F0B8-C598-45F8-BA3A-743CB817418D}">
      <dsp:nvSpPr>
        <dsp:cNvPr id="0" name=""/>
        <dsp:cNvSpPr/>
      </dsp:nvSpPr>
      <dsp:spPr>
        <a:xfrm>
          <a:off x="1422049" y="1541443"/>
          <a:ext cx="3689700" cy="12312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303" tIns="130303" rIns="130303" bIns="130303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Pay attention when working on the patient table without the covers</a:t>
          </a:r>
        </a:p>
      </dsp:txBody>
      <dsp:txXfrm>
        <a:off x="1422049" y="1541443"/>
        <a:ext cx="3689700" cy="1231211"/>
      </dsp:txXfrm>
    </dsp:sp>
    <dsp:sp modelId="{6BF5BB1E-DFAA-4F05-81C0-3A641CA69A3A}">
      <dsp:nvSpPr>
        <dsp:cNvPr id="0" name=""/>
        <dsp:cNvSpPr/>
      </dsp:nvSpPr>
      <dsp:spPr>
        <a:xfrm>
          <a:off x="0" y="3080457"/>
          <a:ext cx="5111749" cy="1231211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1C8A87-688D-428A-BD31-49DDD61BAA8B}">
      <dsp:nvSpPr>
        <dsp:cNvPr id="0" name=""/>
        <dsp:cNvSpPr/>
      </dsp:nvSpPr>
      <dsp:spPr>
        <a:xfrm>
          <a:off x="372441" y="3357480"/>
          <a:ext cx="677166" cy="67716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FFC1F8-0CC6-43BB-B26A-2587A791E64B}">
      <dsp:nvSpPr>
        <dsp:cNvPr id="0" name=""/>
        <dsp:cNvSpPr/>
      </dsp:nvSpPr>
      <dsp:spPr>
        <a:xfrm>
          <a:off x="1422049" y="3080457"/>
          <a:ext cx="3689700" cy="12312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303" tIns="130303" rIns="130303" bIns="130303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High risk in the motor/gear assembly for the cradle movement in the rear pedestal</a:t>
          </a:r>
        </a:p>
      </dsp:txBody>
      <dsp:txXfrm>
        <a:off x="1422049" y="3080457"/>
        <a:ext cx="3689700" cy="1231211"/>
      </dsp:txXfrm>
    </dsp:sp>
    <dsp:sp modelId="{0BEB088B-C22D-4809-91DA-F22118B2C870}">
      <dsp:nvSpPr>
        <dsp:cNvPr id="0" name=""/>
        <dsp:cNvSpPr/>
      </dsp:nvSpPr>
      <dsp:spPr>
        <a:xfrm>
          <a:off x="0" y="4619472"/>
          <a:ext cx="5111749" cy="1231211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096817-75FE-4F6B-8685-57B959DEB38B}">
      <dsp:nvSpPr>
        <dsp:cNvPr id="0" name=""/>
        <dsp:cNvSpPr/>
      </dsp:nvSpPr>
      <dsp:spPr>
        <a:xfrm>
          <a:off x="372441" y="4896494"/>
          <a:ext cx="677166" cy="67716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8E9C21-985E-4A51-98F4-8649CBCCF2E7}">
      <dsp:nvSpPr>
        <dsp:cNvPr id="0" name=""/>
        <dsp:cNvSpPr/>
      </dsp:nvSpPr>
      <dsp:spPr>
        <a:xfrm>
          <a:off x="1422049" y="4619472"/>
          <a:ext cx="3689700" cy="12312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303" tIns="130303" rIns="130303" bIns="130303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Never move the table unless you communicate with the other people in the room.</a:t>
          </a:r>
        </a:p>
      </dsp:txBody>
      <dsp:txXfrm>
        <a:off x="1422049" y="4619472"/>
        <a:ext cx="3689700" cy="123121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7DCBD2-79DB-44D0-BA17-C0652219CA07}">
      <dsp:nvSpPr>
        <dsp:cNvPr id="0" name=""/>
        <dsp:cNvSpPr/>
      </dsp:nvSpPr>
      <dsp:spPr>
        <a:xfrm>
          <a:off x="435054" y="1240"/>
          <a:ext cx="2490341" cy="149420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MRI uses liquid He, He gas, and on occasions, liquid nitrogen and gas.</a:t>
          </a:r>
        </a:p>
      </dsp:txBody>
      <dsp:txXfrm>
        <a:off x="435054" y="1240"/>
        <a:ext cx="2490341" cy="1494204"/>
      </dsp:txXfrm>
    </dsp:sp>
    <dsp:sp modelId="{48CD249C-62E9-4DFD-A554-6E4070AF6044}">
      <dsp:nvSpPr>
        <dsp:cNvPr id="0" name=""/>
        <dsp:cNvSpPr/>
      </dsp:nvSpPr>
      <dsp:spPr>
        <a:xfrm>
          <a:off x="3174429" y="1240"/>
          <a:ext cx="2490341" cy="149420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He gas is lighter than oxygen</a:t>
          </a:r>
        </a:p>
      </dsp:txBody>
      <dsp:txXfrm>
        <a:off x="3174429" y="1240"/>
        <a:ext cx="2490341" cy="1494204"/>
      </dsp:txXfrm>
    </dsp:sp>
    <dsp:sp modelId="{E946C4F7-0B8D-4AC7-B4C3-0E2776B816A1}">
      <dsp:nvSpPr>
        <dsp:cNvPr id="0" name=""/>
        <dsp:cNvSpPr/>
      </dsp:nvSpPr>
      <dsp:spPr>
        <a:xfrm>
          <a:off x="5913804" y="1240"/>
          <a:ext cx="2490341" cy="149420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He gas is odorless, colorless, tasteless</a:t>
          </a:r>
        </a:p>
      </dsp:txBody>
      <dsp:txXfrm>
        <a:off x="5913804" y="1240"/>
        <a:ext cx="2490341" cy="1494204"/>
      </dsp:txXfrm>
    </dsp:sp>
    <dsp:sp modelId="{4383C9B3-C905-4559-80FB-3ED9FA14DAB6}">
      <dsp:nvSpPr>
        <dsp:cNvPr id="0" name=""/>
        <dsp:cNvSpPr/>
      </dsp:nvSpPr>
      <dsp:spPr>
        <a:xfrm>
          <a:off x="435054" y="1744479"/>
          <a:ext cx="2490341" cy="149420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Ensure exhaust fan is on and door is open prior to working with He</a:t>
          </a:r>
        </a:p>
      </dsp:txBody>
      <dsp:txXfrm>
        <a:off x="435054" y="1744479"/>
        <a:ext cx="2490341" cy="1494204"/>
      </dsp:txXfrm>
    </dsp:sp>
    <dsp:sp modelId="{FE68AE7E-1992-49E0-B635-9096865D4987}">
      <dsp:nvSpPr>
        <dsp:cNvPr id="0" name=""/>
        <dsp:cNvSpPr/>
      </dsp:nvSpPr>
      <dsp:spPr>
        <a:xfrm>
          <a:off x="3174429" y="1744479"/>
          <a:ext cx="2490341" cy="149420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Utilize the MR buddy system. Talk often, don’t distract each other.</a:t>
          </a:r>
        </a:p>
      </dsp:txBody>
      <dsp:txXfrm>
        <a:off x="3174429" y="1744479"/>
        <a:ext cx="2490341" cy="1494204"/>
      </dsp:txXfrm>
    </dsp:sp>
    <dsp:sp modelId="{90F073E6-3188-410A-A72E-6BDD781A6EA1}">
      <dsp:nvSpPr>
        <dsp:cNvPr id="0" name=""/>
        <dsp:cNvSpPr/>
      </dsp:nvSpPr>
      <dsp:spPr>
        <a:xfrm>
          <a:off x="5913804" y="1744479"/>
          <a:ext cx="2490341" cy="149420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High risk of burns with liquid oxygen</a:t>
          </a:r>
        </a:p>
      </dsp:txBody>
      <dsp:txXfrm>
        <a:off x="5913804" y="1744479"/>
        <a:ext cx="2490341" cy="1494204"/>
      </dsp:txXfrm>
    </dsp:sp>
    <dsp:sp modelId="{8014B034-DCB3-4DD4-8DB1-1F7B79B1753F}">
      <dsp:nvSpPr>
        <dsp:cNvPr id="0" name=""/>
        <dsp:cNvSpPr/>
      </dsp:nvSpPr>
      <dsp:spPr>
        <a:xfrm>
          <a:off x="1804741" y="3487717"/>
          <a:ext cx="2490341" cy="149420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Liquid He is 4K or   -473F</a:t>
          </a:r>
        </a:p>
      </dsp:txBody>
      <dsp:txXfrm>
        <a:off x="1804741" y="3487717"/>
        <a:ext cx="2490341" cy="1494204"/>
      </dsp:txXfrm>
    </dsp:sp>
    <dsp:sp modelId="{23159732-D0CF-4E15-8DCC-45D599A03F7F}">
      <dsp:nvSpPr>
        <dsp:cNvPr id="0" name=""/>
        <dsp:cNvSpPr/>
      </dsp:nvSpPr>
      <dsp:spPr>
        <a:xfrm>
          <a:off x="4544117" y="3487717"/>
          <a:ext cx="2490341" cy="149420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Look out for frozen pipes and use long sleeves, He gloves and safety glasses</a:t>
          </a:r>
        </a:p>
      </dsp:txBody>
      <dsp:txXfrm>
        <a:off x="4544117" y="3487717"/>
        <a:ext cx="2490341" cy="149420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43748A-14B7-47E7-A512-F9CF8651FB0A}">
      <dsp:nvSpPr>
        <dsp:cNvPr id="0" name=""/>
        <dsp:cNvSpPr/>
      </dsp:nvSpPr>
      <dsp:spPr>
        <a:xfrm>
          <a:off x="0" y="18181"/>
          <a:ext cx="5111749" cy="111727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Do not take a deep breath. </a:t>
          </a:r>
        </a:p>
      </dsp:txBody>
      <dsp:txXfrm>
        <a:off x="54541" y="72722"/>
        <a:ext cx="5002667" cy="1008188"/>
      </dsp:txXfrm>
    </dsp:sp>
    <dsp:sp modelId="{35CD5DA9-4333-4251-804E-DFDF9A57A145}">
      <dsp:nvSpPr>
        <dsp:cNvPr id="0" name=""/>
        <dsp:cNvSpPr/>
      </dsp:nvSpPr>
      <dsp:spPr>
        <a:xfrm>
          <a:off x="0" y="1193051"/>
          <a:ext cx="5111749" cy="111727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Hold the air you have and try to stay low and leave the room</a:t>
          </a:r>
        </a:p>
      </dsp:txBody>
      <dsp:txXfrm>
        <a:off x="54541" y="1247592"/>
        <a:ext cx="5002667" cy="1008188"/>
      </dsp:txXfrm>
    </dsp:sp>
    <dsp:sp modelId="{41CA7677-4E9A-4C4B-8235-D460E4E7C23D}">
      <dsp:nvSpPr>
        <dsp:cNvPr id="0" name=""/>
        <dsp:cNvSpPr/>
      </dsp:nvSpPr>
      <dsp:spPr>
        <a:xfrm>
          <a:off x="0" y="2367921"/>
          <a:ext cx="5111749" cy="111727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If door does not open due to negative pressure break the window (LVShim phantom is great then!) </a:t>
          </a:r>
        </a:p>
      </dsp:txBody>
      <dsp:txXfrm>
        <a:off x="54541" y="2422462"/>
        <a:ext cx="5002667" cy="1008188"/>
      </dsp:txXfrm>
    </dsp:sp>
    <dsp:sp modelId="{7CD5E532-185A-4A93-8A8D-27A30A6F01EC}">
      <dsp:nvSpPr>
        <dsp:cNvPr id="0" name=""/>
        <dsp:cNvSpPr/>
      </dsp:nvSpPr>
      <dsp:spPr>
        <a:xfrm>
          <a:off x="0" y="3542791"/>
          <a:ext cx="5111749" cy="111727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If somebody is unconscious in the room, call for help first, take a deep breath before going in and try to move the victim to a safe area</a:t>
          </a:r>
        </a:p>
      </dsp:txBody>
      <dsp:txXfrm>
        <a:off x="54541" y="3597332"/>
        <a:ext cx="5002667" cy="1008188"/>
      </dsp:txXfrm>
    </dsp:sp>
    <dsp:sp modelId="{48746C41-DA8F-4A45-BAC8-BD08391BF22E}">
      <dsp:nvSpPr>
        <dsp:cNvPr id="0" name=""/>
        <dsp:cNvSpPr/>
      </dsp:nvSpPr>
      <dsp:spPr>
        <a:xfrm>
          <a:off x="0" y="4717661"/>
          <a:ext cx="5111749" cy="111727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After everyone is safe call your TSM and RSM for assistance in caping the magnet.</a:t>
          </a:r>
        </a:p>
      </dsp:txBody>
      <dsp:txXfrm>
        <a:off x="54541" y="4772202"/>
        <a:ext cx="5002667" cy="100818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A830E5-EAC3-4F04-88F6-FC39C8B0CE01}">
      <dsp:nvSpPr>
        <dsp:cNvPr id="0" name=""/>
        <dsp:cNvSpPr/>
      </dsp:nvSpPr>
      <dsp:spPr>
        <a:xfrm>
          <a:off x="0" y="2068"/>
          <a:ext cx="8839200" cy="10482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7BE005-F8A1-4E0F-94D6-FB18A4528372}">
      <dsp:nvSpPr>
        <dsp:cNvPr id="0" name=""/>
        <dsp:cNvSpPr/>
      </dsp:nvSpPr>
      <dsp:spPr>
        <a:xfrm>
          <a:off x="317085" y="237916"/>
          <a:ext cx="576518" cy="57651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E86187-9322-4D67-ACBF-1A29D6002A10}">
      <dsp:nvSpPr>
        <dsp:cNvPr id="0" name=""/>
        <dsp:cNvSpPr/>
      </dsp:nvSpPr>
      <dsp:spPr>
        <a:xfrm>
          <a:off x="1210689" y="2068"/>
          <a:ext cx="7628510" cy="10482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936" tIns="110936" rIns="110936" bIns="110936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MRI uses radio frequency energies up to 16kw for 1.5T and 36kw for 3T</a:t>
          </a:r>
        </a:p>
      </dsp:txBody>
      <dsp:txXfrm>
        <a:off x="1210689" y="2068"/>
        <a:ext cx="7628510" cy="1048216"/>
      </dsp:txXfrm>
    </dsp:sp>
    <dsp:sp modelId="{944DAADB-161B-4E0E-9A2C-E983BAC5797A}">
      <dsp:nvSpPr>
        <dsp:cNvPr id="0" name=""/>
        <dsp:cNvSpPr/>
      </dsp:nvSpPr>
      <dsp:spPr>
        <a:xfrm>
          <a:off x="0" y="1312338"/>
          <a:ext cx="8839200" cy="10482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BFC0BD-3B01-4C71-8B61-B70A5B453CD1}">
      <dsp:nvSpPr>
        <dsp:cNvPr id="0" name=""/>
        <dsp:cNvSpPr/>
      </dsp:nvSpPr>
      <dsp:spPr>
        <a:xfrm>
          <a:off x="317085" y="1548186"/>
          <a:ext cx="576518" cy="57651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8D8FFB-3CC8-420A-89FA-F120FA50F572}">
      <dsp:nvSpPr>
        <dsp:cNvPr id="0" name=""/>
        <dsp:cNvSpPr/>
      </dsp:nvSpPr>
      <dsp:spPr>
        <a:xfrm>
          <a:off x="1210689" y="1312338"/>
          <a:ext cx="7628510" cy="10482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936" tIns="110936" rIns="110936" bIns="110936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Never disconnect RF connections while scanning</a:t>
          </a:r>
        </a:p>
      </dsp:txBody>
      <dsp:txXfrm>
        <a:off x="1210689" y="1312338"/>
        <a:ext cx="7628510" cy="1048216"/>
      </dsp:txXfrm>
    </dsp:sp>
    <dsp:sp modelId="{88A339E8-24F3-4ED3-951D-D7259B95E20A}">
      <dsp:nvSpPr>
        <dsp:cNvPr id="0" name=""/>
        <dsp:cNvSpPr/>
      </dsp:nvSpPr>
      <dsp:spPr>
        <a:xfrm>
          <a:off x="0" y="2622608"/>
          <a:ext cx="8839200" cy="10482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2C4142-46C2-42A1-A5BA-E6E81A02C8D9}">
      <dsp:nvSpPr>
        <dsp:cNvPr id="0" name=""/>
        <dsp:cNvSpPr/>
      </dsp:nvSpPr>
      <dsp:spPr>
        <a:xfrm>
          <a:off x="317085" y="2858457"/>
          <a:ext cx="576518" cy="57651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A73DF7-859D-42E1-9E75-4DE178518FBA}">
      <dsp:nvSpPr>
        <dsp:cNvPr id="0" name=""/>
        <dsp:cNvSpPr/>
      </dsp:nvSpPr>
      <dsp:spPr>
        <a:xfrm>
          <a:off x="1210689" y="2622608"/>
          <a:ext cx="3977640" cy="10482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936" tIns="110936" rIns="110936" bIns="110936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Be careful around:</a:t>
          </a:r>
        </a:p>
      </dsp:txBody>
      <dsp:txXfrm>
        <a:off x="1210689" y="2622608"/>
        <a:ext cx="3977640" cy="1048216"/>
      </dsp:txXfrm>
    </dsp:sp>
    <dsp:sp modelId="{6A37D2D0-9CBB-4ED2-BEA0-4BDC583C7935}">
      <dsp:nvSpPr>
        <dsp:cNvPr id="0" name=""/>
        <dsp:cNvSpPr/>
      </dsp:nvSpPr>
      <dsp:spPr>
        <a:xfrm>
          <a:off x="5188329" y="2622608"/>
          <a:ext cx="3650870" cy="10482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936" tIns="110936" rIns="110936" bIns="110936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the back of the RF amplifier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RF connections at the rear pedestal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RF connections on PEN panel and Driver Module</a:t>
          </a:r>
        </a:p>
      </dsp:txBody>
      <dsp:txXfrm>
        <a:off x="5188329" y="2622608"/>
        <a:ext cx="3650870" cy="1048216"/>
      </dsp:txXfrm>
    </dsp:sp>
    <dsp:sp modelId="{6A8EA61F-AC85-42B8-A15B-58D7578BA9B6}">
      <dsp:nvSpPr>
        <dsp:cNvPr id="0" name=""/>
        <dsp:cNvSpPr/>
      </dsp:nvSpPr>
      <dsp:spPr>
        <a:xfrm>
          <a:off x="0" y="3932878"/>
          <a:ext cx="8839200" cy="10482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32599F-720D-40D4-9DF6-E8EEA8DC0D64}">
      <dsp:nvSpPr>
        <dsp:cNvPr id="0" name=""/>
        <dsp:cNvSpPr/>
      </dsp:nvSpPr>
      <dsp:spPr>
        <a:xfrm>
          <a:off x="317085" y="4168727"/>
          <a:ext cx="576518" cy="57651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A39AE0-71B4-4900-BB28-0A90E5C61443}">
      <dsp:nvSpPr>
        <dsp:cNvPr id="0" name=""/>
        <dsp:cNvSpPr/>
      </dsp:nvSpPr>
      <dsp:spPr>
        <a:xfrm>
          <a:off x="1210689" y="3932878"/>
          <a:ext cx="7628510" cy="10482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936" tIns="110936" rIns="110936" bIns="110936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Use the disable RF toggle switch in the exciter board as a safety precaution when other people are around.</a:t>
          </a:r>
        </a:p>
      </dsp:txBody>
      <dsp:txXfrm>
        <a:off x="1210689" y="3932878"/>
        <a:ext cx="7628510" cy="10482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C8F450-DE6C-4663-AAB7-BE98778311CB}" type="datetimeFigureOut">
              <a:rPr lang="en-US" smtClean="0"/>
              <a:pPr/>
              <a:t>5/9/2024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6DC5DB-33AA-4ACF-912B-D8E7E874F07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8434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6DC5DB-33AA-4ACF-912B-D8E7E874F07B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96FCAC1-F539-4436-A8D9-9E19D1673F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96FCAC1-F539-4436-A8D9-9E19D1673F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96FCAC1-F539-4436-A8D9-9E19D1673F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96FCAC1-F539-4436-A8D9-9E19D1673F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96FCAC1-F539-4436-A8D9-9E19D1673F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96FCAC1-F539-4436-A8D9-9E19D1673F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96FCAC1-F539-4436-A8D9-9E19D1673F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96FCAC1-F539-4436-A8D9-9E19D1673F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96FCAC1-F539-4436-A8D9-9E19D1673F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96FCAC1-F539-4436-A8D9-9E19D1673F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76200"/>
            <a:ext cx="91440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" y="990600"/>
            <a:ext cx="8839200" cy="4983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pic>
        <p:nvPicPr>
          <p:cNvPr id="8" name="Picture 7" descr="RETHINK.pn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76199" y="6360651"/>
            <a:ext cx="2895601" cy="456675"/>
          </a:xfrm>
          <a:prstGeom prst="rect">
            <a:avLst/>
          </a:prstGeom>
        </p:spPr>
      </p:pic>
      <p:pic>
        <p:nvPicPr>
          <p:cNvPr id="9" name="Picture 8" descr="BC logo 2014.png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6934200" y="6264695"/>
            <a:ext cx="2023699" cy="59330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en.wikipedia.org/wiki/Earth's_magnetic_field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plvIEf7JsKo" TargetMode="External"/><Relationship Id="rId2" Type="http://schemas.openxmlformats.org/officeDocument/2006/relationships/hyperlink" Target="https://www.youtube.com/watch?v=6BBx8BwLhqg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youtube.com/watch?v=1R7KsfosV-o" TargetMode="External"/><Relationship Id="rId4" Type="http://schemas.openxmlformats.org/officeDocument/2006/relationships/hyperlink" Target="https://www.youtube.com/watch?v=9SOUJP5dFEg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010400" y="6211669"/>
            <a:ext cx="213360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572000" y="76200"/>
            <a:ext cx="45720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2014 Leadership Meeting</a:t>
            </a:r>
          </a:p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normAutofit/>
          </a:bodyPr>
          <a:lstStyle/>
          <a:p>
            <a:pPr algn="ctr"/>
            <a:r>
              <a:rPr lang="en-US" sz="4400" b="1" dirty="0">
                <a:solidFill>
                  <a:srgbClr val="0070C0"/>
                </a:solidFill>
                <a:latin typeface="Arial Rounded MT Bold" panose="020F0704030504030204" pitchFamily="34" charset="0"/>
              </a:rPr>
              <a:t>MRI BASIC SAFETY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6200"/>
            <a:ext cx="9144000" cy="685800"/>
          </a:xfrm>
        </p:spPr>
        <p:txBody>
          <a:bodyPr anchor="ctr">
            <a:normAutofit/>
          </a:bodyPr>
          <a:lstStyle/>
          <a:p>
            <a:r>
              <a:rPr lang="en-US"/>
              <a:t>Objectives:</a:t>
            </a:r>
          </a:p>
        </p:txBody>
      </p:sp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848807DB-1D32-EBFA-87E3-8F83B89A62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9535017"/>
              </p:ext>
            </p:extLst>
          </p:nvPr>
        </p:nvGraphicFramePr>
        <p:xfrm>
          <a:off x="152400" y="990600"/>
          <a:ext cx="8839200" cy="49831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71940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16" t="2835" r="2063" b="12308"/>
          <a:stretch/>
        </p:blipFill>
        <p:spPr>
          <a:xfrm>
            <a:off x="228600" y="800101"/>
            <a:ext cx="3596054" cy="264062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MR SAFETY HAZARDS: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266"/>
          <a:stretch/>
        </p:blipFill>
        <p:spPr>
          <a:xfrm>
            <a:off x="5943600" y="228600"/>
            <a:ext cx="3003093" cy="335280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0" y="3124200"/>
            <a:ext cx="5943600" cy="3048000"/>
          </a:xfrm>
        </p:spPr>
        <p:txBody>
          <a:bodyPr>
            <a:normAutofit fontScale="92500" lnSpcReduction="10000"/>
          </a:bodyPr>
          <a:lstStyle/>
          <a:p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Electrical hazard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Magnetic Field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Mechanical hazard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Cryogens and compressed gas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RF energy</a:t>
            </a:r>
          </a:p>
        </p:txBody>
      </p:sp>
    </p:spTree>
    <p:extLst>
      <p:ext uri="{BB962C8B-B14F-4D97-AF65-F5344CB8AC3E}">
        <p14:creationId xmlns:p14="http://schemas.microsoft.com/office/powerpoint/2010/main" val="29404053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6200"/>
            <a:ext cx="9144000" cy="685800"/>
          </a:xfrm>
        </p:spPr>
        <p:txBody>
          <a:bodyPr anchor="ctr">
            <a:normAutofit/>
          </a:bodyPr>
          <a:lstStyle/>
          <a:p>
            <a:r>
              <a:rPr lang="en-US"/>
              <a:t>Electrical hazards:	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A7B728D-2CD3-C854-A41A-524E9175A4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046065"/>
              </p:ext>
            </p:extLst>
          </p:nvPr>
        </p:nvGraphicFramePr>
        <p:xfrm>
          <a:off x="152400" y="990600"/>
          <a:ext cx="8839200" cy="49831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138030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Magnetic Field: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90600"/>
            <a:ext cx="8839200" cy="5181599"/>
          </a:xfrm>
        </p:spPr>
        <p:txBody>
          <a:bodyPr>
            <a:noAutofit/>
          </a:bodyPr>
          <a:lstStyle/>
          <a:p>
            <a:r>
              <a:rPr lang="en-US" sz="2200" dirty="0">
                <a:solidFill>
                  <a:schemeClr val="accent1">
                    <a:lumMod val="75000"/>
                  </a:schemeClr>
                </a:solidFill>
              </a:rPr>
              <a:t>The invisible force 30,000 to 60,000 the earths magnetic force</a:t>
            </a:r>
          </a:p>
          <a:p>
            <a:r>
              <a:rPr lang="en-US" sz="2200" dirty="0">
                <a:solidFill>
                  <a:schemeClr val="accent1">
                    <a:lumMod val="75000"/>
                  </a:schemeClr>
                </a:solidFill>
              </a:rPr>
              <a:t>It is exponential and it will surprise you</a:t>
            </a:r>
          </a:p>
          <a:p>
            <a:r>
              <a:rPr lang="en-US" sz="2200" dirty="0">
                <a:solidFill>
                  <a:schemeClr val="accent1">
                    <a:lumMod val="75000"/>
                  </a:schemeClr>
                </a:solidFill>
              </a:rPr>
              <a:t>Empty your pockets and get used to checking yourself before you enter the magnet room every time</a:t>
            </a:r>
          </a:p>
          <a:p>
            <a:r>
              <a:rPr lang="en-US" sz="2200" dirty="0">
                <a:solidFill>
                  <a:schemeClr val="accent1">
                    <a:lumMod val="75000"/>
                  </a:schemeClr>
                </a:solidFill>
              </a:rPr>
              <a:t>5 Gauss line is the safety limit established by the FDA. Passed this line there can be no pacemakers, implants or other devices or metal objects.</a:t>
            </a:r>
          </a:p>
          <a:p>
            <a:r>
              <a:rPr lang="en-US" sz="2200" dirty="0">
                <a:solidFill>
                  <a:schemeClr val="accent1">
                    <a:lumMod val="75000"/>
                  </a:schemeClr>
                </a:solidFill>
              </a:rPr>
              <a:t>Absolutely no ferrous objects or tools at any time in the magnet</a:t>
            </a:r>
          </a:p>
          <a:p>
            <a:r>
              <a:rPr lang="en-US" sz="2200" dirty="0">
                <a:solidFill>
                  <a:schemeClr val="accent1">
                    <a:lumMod val="75000"/>
                  </a:schemeClr>
                </a:solidFill>
              </a:rPr>
              <a:t>Do not play with ferrous objects or tools to feel the force</a:t>
            </a:r>
          </a:p>
          <a:p>
            <a:r>
              <a:rPr lang="en-US" sz="2200" dirty="0">
                <a:solidFill>
                  <a:schemeClr val="accent1">
                    <a:lumMod val="75000"/>
                  </a:schemeClr>
                </a:solidFill>
              </a:rPr>
              <a:t>Difference between quenching and ramping</a:t>
            </a:r>
          </a:p>
          <a:p>
            <a:r>
              <a:rPr lang="en-US" sz="2200" dirty="0">
                <a:solidFill>
                  <a:schemeClr val="accent1">
                    <a:lumMod val="75000"/>
                  </a:schemeClr>
                </a:solidFill>
              </a:rPr>
              <a:t>Special attention and two engineers required in some instances when working with the ferrous MRI components, i.e. dock assembly, </a:t>
            </a:r>
            <a:r>
              <a:rPr lang="en-US" sz="2200" dirty="0" err="1">
                <a:solidFill>
                  <a:schemeClr val="accent1">
                    <a:lumMod val="75000"/>
                  </a:schemeClr>
                </a:solidFill>
              </a:rPr>
              <a:t>coldhead</a:t>
            </a:r>
            <a:r>
              <a:rPr lang="en-US" sz="2200" dirty="0">
                <a:solidFill>
                  <a:schemeClr val="accent1">
                    <a:lumMod val="75000"/>
                  </a:schemeClr>
                </a:solidFill>
              </a:rPr>
              <a:t>, passive shimming.</a:t>
            </a:r>
          </a:p>
          <a:p>
            <a:r>
              <a:rPr lang="en-US" sz="2200" dirty="0">
                <a:solidFill>
                  <a:schemeClr val="accent1">
                    <a:lumMod val="75000"/>
                  </a:schemeClr>
                </a:solidFill>
              </a:rPr>
              <a:t>Never assume that things in the room are non-ferrous, i.e. floor tiles, tools, and hand held vacuums.</a:t>
            </a:r>
          </a:p>
        </p:txBody>
      </p:sp>
    </p:spTree>
    <p:extLst>
      <p:ext uri="{BB962C8B-B14F-4D97-AF65-F5344CB8AC3E}">
        <p14:creationId xmlns:p14="http://schemas.microsoft.com/office/powerpoint/2010/main" val="27384490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Magnetic Field: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90600"/>
            <a:ext cx="8839200" cy="518159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/>
              <a:t>Earth's magnetic field</a:t>
            </a:r>
            <a:r>
              <a:rPr lang="en-US" sz="2400" dirty="0"/>
              <a:t>, also known as the geomagnetic </a:t>
            </a:r>
            <a:r>
              <a:rPr lang="en-US" sz="2400" b="1" dirty="0"/>
              <a:t>field</a:t>
            </a:r>
            <a:r>
              <a:rPr lang="en-US" sz="2400" dirty="0"/>
              <a:t>, is the </a:t>
            </a:r>
            <a:r>
              <a:rPr lang="en-US" sz="2400" b="1" dirty="0"/>
              <a:t>magnetic field</a:t>
            </a:r>
            <a:r>
              <a:rPr lang="en-US" sz="2400" dirty="0"/>
              <a:t> that extends from the </a:t>
            </a:r>
            <a:r>
              <a:rPr lang="en-US" sz="2400" b="1" dirty="0"/>
              <a:t>Earth</a:t>
            </a:r>
            <a:r>
              <a:rPr lang="en-US" sz="2400" dirty="0"/>
              <a:t>'s interior out into space, where it meets the solar wind, a stream of charged particles emanating from the Sun. Its magnitude at the </a:t>
            </a:r>
            <a:r>
              <a:rPr lang="en-US" sz="2400" b="1" dirty="0"/>
              <a:t>Earth's </a:t>
            </a:r>
            <a:r>
              <a:rPr lang="en-US" sz="2400" dirty="0"/>
              <a:t>surface ranges from 25 to 65 micro-Tesla (0.25 to 0.65 gauss).</a:t>
            </a:r>
          </a:p>
          <a:p>
            <a:pPr marL="0" indent="0">
              <a:buNone/>
            </a:pPr>
            <a:endParaRPr lang="en-US" sz="24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sz="24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sz="24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sz="24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sz="24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sz="24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2200" dirty="0">
                <a:solidFill>
                  <a:schemeClr val="accent1">
                    <a:lumMod val="75000"/>
                  </a:schemeClr>
                </a:solidFill>
                <a:hlinkClick r:id="rId2"/>
              </a:rPr>
              <a:t>https://en.wikipedia.org/wiki/Earth%27s_magnetic_field</a:t>
            </a:r>
            <a:endParaRPr lang="en-US" sz="22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3048000"/>
            <a:ext cx="2095500" cy="2295525"/>
          </a:xfrm>
          <a:prstGeom prst="rect">
            <a:avLst/>
          </a:prstGeom>
          <a:noFill/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684071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>
            <a:normAutofit/>
          </a:bodyPr>
          <a:lstStyle/>
          <a:p>
            <a:r>
              <a:rPr lang="en-US"/>
              <a:t>Mechanical hazards: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5E3B3E97-FF2A-3DBB-F657-AEAECBF7A8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/>
          <a:p>
            <a:r>
              <a:rPr lang="en-US" dirty="0"/>
              <a:t>Just a few things listed here to look out for.</a:t>
            </a: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D9F1A7D3-6EF9-9734-67A0-6F9E1EBFBB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674596"/>
              </p:ext>
            </p:extLst>
          </p:nvPr>
        </p:nvGraphicFramePr>
        <p:xfrm>
          <a:off x="3575050" y="273050"/>
          <a:ext cx="5111750" cy="58531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55959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6200"/>
            <a:ext cx="9144000" cy="685800"/>
          </a:xfrm>
        </p:spPr>
        <p:txBody>
          <a:bodyPr anchor="ctr">
            <a:normAutofit/>
          </a:bodyPr>
          <a:lstStyle/>
          <a:p>
            <a:r>
              <a:rPr lang="en-US"/>
              <a:t>Cryogens and gasses:</a:t>
            </a:r>
          </a:p>
        </p:txBody>
      </p:sp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A67EDB64-CE55-5CB3-37F2-53124C3C3A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20136340"/>
              </p:ext>
            </p:extLst>
          </p:nvPr>
        </p:nvGraphicFramePr>
        <p:xfrm>
          <a:off x="152400" y="990600"/>
          <a:ext cx="8839200" cy="49831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358648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>
            <a:normAutofit/>
          </a:bodyPr>
          <a:lstStyle/>
          <a:p>
            <a:r>
              <a:rPr lang="en-US"/>
              <a:t>What to do in a quench or cryogen related emergency: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524CD2FD-E047-539A-C97C-E9F45E11ED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/>
          <a:p>
            <a:r>
              <a:rPr lang="en-US" dirty="0"/>
              <a:t>Alert everyone in the vicinity of the incident. And report the quench to the proper authorities.  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F750774-94DE-62B4-2F92-55AFD0C19B7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10795679"/>
              </p:ext>
            </p:extLst>
          </p:nvPr>
        </p:nvGraphicFramePr>
        <p:xfrm>
          <a:off x="3575050" y="273050"/>
          <a:ext cx="5111750" cy="58531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446402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6200"/>
            <a:ext cx="9144000" cy="685800"/>
          </a:xfrm>
        </p:spPr>
        <p:txBody>
          <a:bodyPr anchor="ctr">
            <a:normAutofit/>
          </a:bodyPr>
          <a:lstStyle/>
          <a:p>
            <a:r>
              <a:rPr lang="en-US"/>
              <a:t>RF hazards: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0D936BE-020C-71E7-A853-88476C7533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03979538"/>
              </p:ext>
            </p:extLst>
          </p:nvPr>
        </p:nvGraphicFramePr>
        <p:xfrm>
          <a:off x="152400" y="990600"/>
          <a:ext cx="8839200" cy="49831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7911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VIDEOS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4T Fun experiments and force testing:</a:t>
            </a:r>
            <a:endParaRPr lang="en-US" dirty="0">
              <a:solidFill>
                <a:schemeClr val="accent1">
                  <a:lumMod val="75000"/>
                </a:schemeClr>
              </a:solidFill>
              <a:hlinkClick r:id="rId2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hlinkClick r:id="rId2"/>
              </a:rPr>
              <a:t>https://www.youtube.com/watch?v=6BBx8BwLhqg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1.5T Experiment – NY accident: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hlinkClick r:id="rId3"/>
              </a:rPr>
              <a:t>https://www.youtube.com/watch?v=plvIEf7JsKo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Quench party:</a:t>
            </a:r>
            <a:endParaRPr lang="en-US" dirty="0">
              <a:solidFill>
                <a:schemeClr val="accent1">
                  <a:lumMod val="75000"/>
                </a:schemeClr>
              </a:solidFill>
              <a:hlinkClick r:id="rId2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hlinkClick r:id="rId4"/>
              </a:rPr>
              <a:t>https://www.youtube.com/watch?v=9SOUJP5dFEg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Magnet explosion:</a:t>
            </a:r>
            <a:endParaRPr lang="en-US" dirty="0">
              <a:solidFill>
                <a:schemeClr val="accent1">
                  <a:lumMod val="75000"/>
                </a:schemeClr>
              </a:solidFill>
              <a:hlinkClick r:id="rId2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hlinkClick r:id="rId5"/>
              </a:rPr>
              <a:t>https://www.youtube.com/watch?v=1R7KsfosV-o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53532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590800"/>
            <a:ext cx="7772400" cy="19050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YOUR SAFETY AND THE SAFETY OF THOSE AROUND YOU SHOULD BE THE NUMBER ONE PRIORITY AT ALL TIMES!!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05763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8752</TotalTime>
  <Words>774</Words>
  <Application>Microsoft Office PowerPoint</Application>
  <PresentationFormat>On-screen Show (4:3)</PresentationFormat>
  <Paragraphs>85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Arial Rounded MT Bold</vt:lpstr>
      <vt:lpstr>Calibri</vt:lpstr>
      <vt:lpstr>Office Theme</vt:lpstr>
      <vt:lpstr>MRI BASIC SAFETY</vt:lpstr>
      <vt:lpstr>Objectives:</vt:lpstr>
      <vt:lpstr>MR SAFETY HAZARDS:</vt:lpstr>
      <vt:lpstr>Electrical hazards: </vt:lpstr>
      <vt:lpstr>Magnetic Field:</vt:lpstr>
      <vt:lpstr>Magnetic Field:</vt:lpstr>
      <vt:lpstr>Mechanical hazards:</vt:lpstr>
      <vt:lpstr>Cryogens and gasses:</vt:lpstr>
      <vt:lpstr>What to do in a quench or cryogen related emergency:</vt:lpstr>
      <vt:lpstr>RF hazards:</vt:lpstr>
      <vt:lpstr>VIDEOS</vt:lpstr>
      <vt:lpstr>YOUR SAFETY AND THE SAFETY OF THOSE AROUND YOU SHOULD BE THE NUMBER ONE PRIORITY AT ALL TIMES!!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alicia.bostic</dc:creator>
  <cp:lastModifiedBy>Mike J</cp:lastModifiedBy>
  <cp:revision>48</cp:revision>
  <dcterms:created xsi:type="dcterms:W3CDTF">2013-11-14T01:22:54Z</dcterms:created>
  <dcterms:modified xsi:type="dcterms:W3CDTF">2024-05-09T15:05:17Z</dcterms:modified>
</cp:coreProperties>
</file>