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70" r:id="rId3"/>
    <p:sldId id="293" r:id="rId4"/>
    <p:sldId id="284" r:id="rId5"/>
    <p:sldId id="287" r:id="rId6"/>
    <p:sldId id="268" r:id="rId7"/>
    <p:sldId id="28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C5BB88-09D1-4231-8AB5-BBB8461A36A2}" v="4" dt="2024-05-11T15:05:07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52" autoAdjust="0"/>
  </p:normalViewPr>
  <p:slideViewPr>
    <p:cSldViewPr>
      <p:cViewPr>
        <p:scale>
          <a:sx n="98" d="100"/>
          <a:sy n="98" d="100"/>
        </p:scale>
        <p:origin x="5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J" userId="22cf0bdf11e74b3e" providerId="LiveId" clId="{D0C5BB88-09D1-4231-8AB5-BBB8461A36A2}"/>
    <pc:docChg chg="undo custSel delSld modSld">
      <pc:chgData name="Mike J" userId="22cf0bdf11e74b3e" providerId="LiveId" clId="{D0C5BB88-09D1-4231-8AB5-BBB8461A36A2}" dt="2024-05-11T15:06:42.738" v="85" actId="20577"/>
      <pc:docMkLst>
        <pc:docMk/>
      </pc:docMkLst>
      <pc:sldChg chg="del">
        <pc:chgData name="Mike J" userId="22cf0bdf11e74b3e" providerId="LiveId" clId="{D0C5BB88-09D1-4231-8AB5-BBB8461A36A2}" dt="2024-05-11T15:05:10.429" v="21" actId="47"/>
        <pc:sldMkLst>
          <pc:docMk/>
          <pc:sldMk cId="0" sldId="257"/>
        </pc:sldMkLst>
      </pc:sldChg>
      <pc:sldChg chg="delSp mod">
        <pc:chgData name="Mike J" userId="22cf0bdf11e74b3e" providerId="LiveId" clId="{D0C5BB88-09D1-4231-8AB5-BBB8461A36A2}" dt="2024-05-08T02:50:42.754" v="0" actId="478"/>
        <pc:sldMkLst>
          <pc:docMk/>
          <pc:sldMk cId="1250095101" sldId="269"/>
        </pc:sldMkLst>
        <pc:picChg chg="del">
          <ac:chgData name="Mike J" userId="22cf0bdf11e74b3e" providerId="LiveId" clId="{D0C5BB88-09D1-4231-8AB5-BBB8461A36A2}" dt="2024-05-08T02:50:42.754" v="0" actId="478"/>
          <ac:picMkLst>
            <pc:docMk/>
            <pc:sldMk cId="1250095101" sldId="269"/>
            <ac:picMk id="7" creationId="{00000000-0000-0000-0000-000000000000}"/>
          </ac:picMkLst>
        </pc:picChg>
      </pc:sldChg>
      <pc:sldChg chg="modSp mod">
        <pc:chgData name="Mike J" userId="22cf0bdf11e74b3e" providerId="LiveId" clId="{D0C5BB88-09D1-4231-8AB5-BBB8461A36A2}" dt="2024-05-11T15:06:42.738" v="85" actId="20577"/>
        <pc:sldMkLst>
          <pc:docMk/>
          <pc:sldMk cId="2972871720" sldId="270"/>
        </pc:sldMkLst>
        <pc:spChg chg="mod">
          <ac:chgData name="Mike J" userId="22cf0bdf11e74b3e" providerId="LiveId" clId="{D0C5BB88-09D1-4231-8AB5-BBB8461A36A2}" dt="2024-05-11T15:06:42.738" v="85" actId="20577"/>
          <ac:spMkLst>
            <pc:docMk/>
            <pc:sldMk cId="2972871720" sldId="270"/>
            <ac:spMk id="3" creationId="{00000000-0000-0000-0000-000000000000}"/>
          </ac:spMkLst>
        </pc:spChg>
      </pc:sldChg>
      <pc:sldChg chg="del">
        <pc:chgData name="Mike J" userId="22cf0bdf11e74b3e" providerId="LiveId" clId="{D0C5BB88-09D1-4231-8AB5-BBB8461A36A2}" dt="2024-05-11T15:05:23.975" v="23" actId="47"/>
        <pc:sldMkLst>
          <pc:docMk/>
          <pc:sldMk cId="2569889665" sldId="283"/>
        </pc:sldMkLst>
      </pc:sldChg>
      <pc:sldChg chg="delSp mod">
        <pc:chgData name="Mike J" userId="22cf0bdf11e74b3e" providerId="LiveId" clId="{D0C5BB88-09D1-4231-8AB5-BBB8461A36A2}" dt="2024-05-11T15:04:37.118" v="20" actId="478"/>
        <pc:sldMkLst>
          <pc:docMk/>
          <pc:sldMk cId="2836088889" sldId="285"/>
        </pc:sldMkLst>
        <pc:spChg chg="del">
          <ac:chgData name="Mike J" userId="22cf0bdf11e74b3e" providerId="LiveId" clId="{D0C5BB88-09D1-4231-8AB5-BBB8461A36A2}" dt="2024-05-11T15:04:26.381" v="18" actId="478"/>
          <ac:spMkLst>
            <pc:docMk/>
            <pc:sldMk cId="2836088889" sldId="285"/>
            <ac:spMk id="8" creationId="{00000000-0000-0000-0000-000000000000}"/>
          </ac:spMkLst>
        </pc:spChg>
        <pc:spChg chg="del">
          <ac:chgData name="Mike J" userId="22cf0bdf11e74b3e" providerId="LiveId" clId="{D0C5BB88-09D1-4231-8AB5-BBB8461A36A2}" dt="2024-05-11T15:04:37.118" v="20" actId="478"/>
          <ac:spMkLst>
            <pc:docMk/>
            <pc:sldMk cId="2836088889" sldId="285"/>
            <ac:spMk id="9" creationId="{00000000-0000-0000-0000-000000000000}"/>
          </ac:spMkLst>
        </pc:spChg>
        <pc:picChg chg="del">
          <ac:chgData name="Mike J" userId="22cf0bdf11e74b3e" providerId="LiveId" clId="{D0C5BB88-09D1-4231-8AB5-BBB8461A36A2}" dt="2024-05-11T15:04:10.960" v="15" actId="478"/>
          <ac:picMkLst>
            <pc:docMk/>
            <pc:sldMk cId="2836088889" sldId="285"/>
            <ac:picMk id="17412" creationId="{00000000-0000-0000-0000-000000000000}"/>
          </ac:picMkLst>
        </pc:picChg>
        <pc:cxnChg chg="del">
          <ac:chgData name="Mike J" userId="22cf0bdf11e74b3e" providerId="LiveId" clId="{D0C5BB88-09D1-4231-8AB5-BBB8461A36A2}" dt="2024-05-11T15:04:16.202" v="17" actId="478"/>
          <ac:cxnSpMkLst>
            <pc:docMk/>
            <pc:sldMk cId="2836088889" sldId="285"/>
            <ac:cxnSpMk id="4" creationId="{00000000-0000-0000-0000-000000000000}"/>
          </ac:cxnSpMkLst>
        </pc:cxnChg>
        <pc:cxnChg chg="del">
          <ac:chgData name="Mike J" userId="22cf0bdf11e74b3e" providerId="LiveId" clId="{D0C5BB88-09D1-4231-8AB5-BBB8461A36A2}" dt="2024-05-11T15:04:14.121" v="16" actId="478"/>
          <ac:cxnSpMkLst>
            <pc:docMk/>
            <pc:sldMk cId="2836088889" sldId="285"/>
            <ac:cxnSpMk id="6" creationId="{00000000-0000-0000-0000-000000000000}"/>
          </ac:cxnSpMkLst>
        </pc:cxnChg>
        <pc:cxnChg chg="del">
          <ac:chgData name="Mike J" userId="22cf0bdf11e74b3e" providerId="LiveId" clId="{D0C5BB88-09D1-4231-8AB5-BBB8461A36A2}" dt="2024-05-11T15:04:33.546" v="19" actId="478"/>
          <ac:cxnSpMkLst>
            <pc:docMk/>
            <pc:sldMk cId="2836088889" sldId="285"/>
            <ac:cxnSpMk id="11" creationId="{00000000-0000-0000-0000-000000000000}"/>
          </ac:cxnSpMkLst>
        </pc:cxnChg>
      </pc:sldChg>
      <pc:sldChg chg="del">
        <pc:chgData name="Mike J" userId="22cf0bdf11e74b3e" providerId="LiveId" clId="{D0C5BB88-09D1-4231-8AB5-BBB8461A36A2}" dt="2024-05-11T15:02:47.583" v="8" actId="47"/>
        <pc:sldMkLst>
          <pc:docMk/>
          <pc:sldMk cId="1072463211" sldId="286"/>
        </pc:sldMkLst>
      </pc:sldChg>
      <pc:sldChg chg="del">
        <pc:chgData name="Mike J" userId="22cf0bdf11e74b3e" providerId="LiveId" clId="{D0C5BB88-09D1-4231-8AB5-BBB8461A36A2}" dt="2024-05-11T15:02:39.606" v="1" actId="47"/>
        <pc:sldMkLst>
          <pc:docMk/>
          <pc:sldMk cId="3049355738" sldId="294"/>
        </pc:sldMkLst>
      </pc:sldChg>
      <pc:sldChg chg="del">
        <pc:chgData name="Mike J" userId="22cf0bdf11e74b3e" providerId="LiveId" clId="{D0C5BB88-09D1-4231-8AB5-BBB8461A36A2}" dt="2024-05-11T15:02:42.903" v="2" actId="47"/>
        <pc:sldMkLst>
          <pc:docMk/>
          <pc:sldMk cId="1322711680" sldId="295"/>
        </pc:sldMkLst>
      </pc:sldChg>
      <pc:sldChg chg="del">
        <pc:chgData name="Mike J" userId="22cf0bdf11e74b3e" providerId="LiveId" clId="{D0C5BB88-09D1-4231-8AB5-BBB8461A36A2}" dt="2024-05-11T15:02:43.944" v="3" actId="47"/>
        <pc:sldMkLst>
          <pc:docMk/>
          <pc:sldMk cId="3724537468" sldId="296"/>
        </pc:sldMkLst>
      </pc:sldChg>
      <pc:sldChg chg="del">
        <pc:chgData name="Mike J" userId="22cf0bdf11e74b3e" providerId="LiveId" clId="{D0C5BB88-09D1-4231-8AB5-BBB8461A36A2}" dt="2024-05-11T15:05:20.280" v="22" actId="47"/>
        <pc:sldMkLst>
          <pc:docMk/>
          <pc:sldMk cId="1817949996" sldId="297"/>
        </pc:sldMkLst>
      </pc:sldChg>
      <pc:sldChg chg="del">
        <pc:chgData name="Mike J" userId="22cf0bdf11e74b3e" providerId="LiveId" clId="{D0C5BB88-09D1-4231-8AB5-BBB8461A36A2}" dt="2024-05-11T15:02:48.185" v="9" actId="47"/>
        <pc:sldMkLst>
          <pc:docMk/>
          <pc:sldMk cId="2557855937" sldId="298"/>
        </pc:sldMkLst>
      </pc:sldChg>
      <pc:sldChg chg="del">
        <pc:chgData name="Mike J" userId="22cf0bdf11e74b3e" providerId="LiveId" clId="{D0C5BB88-09D1-4231-8AB5-BBB8461A36A2}" dt="2024-05-11T15:02:44.830" v="4" actId="47"/>
        <pc:sldMkLst>
          <pc:docMk/>
          <pc:sldMk cId="4070599756" sldId="299"/>
        </pc:sldMkLst>
      </pc:sldChg>
      <pc:sldChg chg="del">
        <pc:chgData name="Mike J" userId="22cf0bdf11e74b3e" providerId="LiveId" clId="{D0C5BB88-09D1-4231-8AB5-BBB8461A36A2}" dt="2024-05-11T15:02:45.525" v="5" actId="47"/>
        <pc:sldMkLst>
          <pc:docMk/>
          <pc:sldMk cId="1397172050" sldId="300"/>
        </pc:sldMkLst>
      </pc:sldChg>
      <pc:sldChg chg="del">
        <pc:chgData name="Mike J" userId="22cf0bdf11e74b3e" providerId="LiveId" clId="{D0C5BB88-09D1-4231-8AB5-BBB8461A36A2}" dt="2024-05-11T15:02:46.221" v="6" actId="47"/>
        <pc:sldMkLst>
          <pc:docMk/>
          <pc:sldMk cId="3573603503" sldId="301"/>
        </pc:sldMkLst>
      </pc:sldChg>
      <pc:sldChg chg="del">
        <pc:chgData name="Mike J" userId="22cf0bdf11e74b3e" providerId="LiveId" clId="{D0C5BB88-09D1-4231-8AB5-BBB8461A36A2}" dt="2024-05-11T15:02:46.870" v="7" actId="47"/>
        <pc:sldMkLst>
          <pc:docMk/>
          <pc:sldMk cId="3253039464" sldId="302"/>
        </pc:sldMkLst>
      </pc:sldChg>
      <pc:sldChg chg="del">
        <pc:chgData name="Mike J" userId="22cf0bdf11e74b3e" providerId="LiveId" clId="{D0C5BB88-09D1-4231-8AB5-BBB8461A36A2}" dt="2024-05-11T15:02:49.199" v="10" actId="47"/>
        <pc:sldMkLst>
          <pc:docMk/>
          <pc:sldMk cId="3212309381" sldId="303"/>
        </pc:sldMkLst>
      </pc:sldChg>
      <pc:sldChg chg="del">
        <pc:chgData name="Mike J" userId="22cf0bdf11e74b3e" providerId="LiveId" clId="{D0C5BB88-09D1-4231-8AB5-BBB8461A36A2}" dt="2024-05-11T15:02:49.912" v="11" actId="47"/>
        <pc:sldMkLst>
          <pc:docMk/>
          <pc:sldMk cId="1510246964" sldId="304"/>
        </pc:sldMkLst>
      </pc:sldChg>
      <pc:sldChg chg="del">
        <pc:chgData name="Mike J" userId="22cf0bdf11e74b3e" providerId="LiveId" clId="{D0C5BB88-09D1-4231-8AB5-BBB8461A36A2}" dt="2024-05-11T15:02:50.563" v="12" actId="47"/>
        <pc:sldMkLst>
          <pc:docMk/>
          <pc:sldMk cId="1197225269" sldId="305"/>
        </pc:sldMkLst>
      </pc:sldChg>
      <pc:sldChg chg="del">
        <pc:chgData name="Mike J" userId="22cf0bdf11e74b3e" providerId="LiveId" clId="{D0C5BB88-09D1-4231-8AB5-BBB8461A36A2}" dt="2024-05-11T15:02:51.642" v="13" actId="47"/>
        <pc:sldMkLst>
          <pc:docMk/>
          <pc:sldMk cId="663422567" sldId="306"/>
        </pc:sldMkLst>
      </pc:sldChg>
      <pc:sldChg chg="del">
        <pc:chgData name="Mike J" userId="22cf0bdf11e74b3e" providerId="LiveId" clId="{D0C5BB88-09D1-4231-8AB5-BBB8461A36A2}" dt="2024-05-11T15:02:52.720" v="14" actId="47"/>
        <pc:sldMkLst>
          <pc:docMk/>
          <pc:sldMk cId="1559353658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8F450-DE6C-4663-AAB7-BE98778311CB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5DB-33AA-4ACF-912B-D8E7E874F0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4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DC5DB-33AA-4ACF-912B-D8E7E874F07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990600"/>
            <a:ext cx="88392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 descr="RETHINK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76199" y="6360651"/>
            <a:ext cx="2895601" cy="456675"/>
          </a:xfrm>
          <a:prstGeom prst="rect">
            <a:avLst/>
          </a:prstGeom>
        </p:spPr>
      </p:pic>
      <p:pic>
        <p:nvPicPr>
          <p:cNvPr id="9" name="Picture 8" descr="BC logo 2014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934200" y="6264695"/>
            <a:ext cx="2023699" cy="593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eg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GE MRI </a:t>
            </a:r>
            <a:b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</a:br>
            <a: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OPERATOR CONSOLES</a:t>
            </a:r>
          </a:p>
        </p:txBody>
      </p:sp>
    </p:spTree>
    <p:extLst>
      <p:ext uri="{BB962C8B-B14F-4D97-AF65-F5344CB8AC3E}">
        <p14:creationId xmlns:p14="http://schemas.microsoft.com/office/powerpoint/2010/main" val="1250095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1"/>
            <a:ext cx="8839200" cy="44196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 differentiate the GE MRI operator consoles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Understand the components of 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the Excite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Operator Workspace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Understand the components of a GOC or Global Operator Console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 gain some basic troubleshooting skills and understand most common problems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71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 MRI OPERATOR CONSOLES MAIN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PRE-EXCITE CONSOLE	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EXCITE OR NEWER CONSOLE</a:t>
            </a:r>
          </a:p>
        </p:txBody>
      </p:sp>
      <p:pic>
        <p:nvPicPr>
          <p:cNvPr id="1026" name="Picture 2">
            <a:hlinkClick r:id="rId2" action="ppaction://hlinksldjump"/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8" t="19519" r="19713" b="2943"/>
          <a:stretch/>
        </p:blipFill>
        <p:spPr bwMode="auto">
          <a:xfrm>
            <a:off x="914400" y="2286000"/>
            <a:ext cx="2980592" cy="242293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C:\Users\BUBA\Google Drive\MR Training\Pictures\DIC450WNov2014\IMG_2755.JPG">
            <a:hlinkClick r:id="rId4" action="ppaction://hlinksldjump"/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8" t="18509" r="5333" b="-1"/>
          <a:stretch/>
        </p:blipFill>
        <p:spPr bwMode="auto">
          <a:xfrm>
            <a:off x="5029200" y="2286000"/>
            <a:ext cx="3352800" cy="2460338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1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SCIM (Scan Control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Interface Module) and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Keyboard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1"/>
            <a:ext cx="8839200" cy="2057400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SCIM includes table movement and scan control buttons, and also has speaker controls for intercom.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It has a monitor button to go back and forth between the console monitor and the PC monitor.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E-Stop connected to it with push button. 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If SCIM or keyboard are disconnected or defective SCIM E-Stop will not reset.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6" name="Picture 2" descr="C:\Users\BUBA\Google Drive\MR Training\Pictures\Huntley\IMG_2527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7" t="5351" r="4180" b="19398"/>
          <a:stretch/>
        </p:blipFill>
        <p:spPr bwMode="auto">
          <a:xfrm>
            <a:off x="533400" y="3200400"/>
            <a:ext cx="4123590" cy="265087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BUBA\Google Drive\MR Training\Pictures\20151112_202214621_iO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213" y="3200400"/>
            <a:ext cx="3505200" cy="262889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75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EXCITE OR NEWER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5257800" cy="4983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GOC or Global Operator Console:</a:t>
            </a:r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Smaller cabinet with either grey/white door (11x-16x) or blue and white covers (23x and above)</a:t>
            </a:r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HP computer with only one monitor</a:t>
            </a:r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HP XW8000, XW8200,  XW8400, XW9300, Z400, Z420 or Z600?</a:t>
            </a:r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Red Hat </a:t>
            </a:r>
            <a:r>
              <a:rPr lang="en-US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linux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(11x-12x) or </a:t>
            </a:r>
            <a:r>
              <a:rPr lang="en-US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OpenSuse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(14x and above)</a:t>
            </a:r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WIM moves from under the table to the right side of the GOC, same functionality but much more reliable</a:t>
            </a:r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Network hub on the right side of the </a:t>
            </a:r>
            <a:r>
              <a:rPr lang="en-US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cabine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 power module under the table</a:t>
            </a:r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11x-16x SCSI tower is on the table with either just MOD, MOD and DVD drive or only DVD drive depending on version</a:t>
            </a:r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23x and above no longer have the SCSI tower and they use the DVD drive in the HP computer.</a:t>
            </a:r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11x-14x mouse and keyboard still connects to SCMI but 15x and above it is connected directly to the USB in the HP computer</a:t>
            </a:r>
          </a:p>
        </p:txBody>
      </p:sp>
      <p:pic>
        <p:nvPicPr>
          <p:cNvPr id="1027" name="Picture 3" descr="C:\Users\BUBA\Google Drive\MR Training\Pictures\20151116_222322821_iO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65700" y="1739900"/>
            <a:ext cx="4165600" cy="31242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36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GOC</a:t>
            </a:r>
          </a:p>
        </p:txBody>
      </p:sp>
      <p:pic>
        <p:nvPicPr>
          <p:cNvPr id="6" name="Picture 3" descr="C:\Users\BUBA\Google Drive\MR Training\Pictures\20151116_222316435_iOS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4" t="10684" b="17008"/>
          <a:stretch/>
        </p:blipFill>
        <p:spPr bwMode="auto">
          <a:xfrm rot="5400000">
            <a:off x="311468" y="2068318"/>
            <a:ext cx="4330063" cy="32766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BUBA\Google Drive\MR Training\Pictures\20151113_002104991_iOS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14" t="20425" r="17203" b="19408"/>
          <a:stretch/>
        </p:blipFill>
        <p:spPr bwMode="auto">
          <a:xfrm rot="5400000">
            <a:off x="4485540" y="2161443"/>
            <a:ext cx="4237896" cy="2998178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5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SCSI Tower</a:t>
            </a:r>
          </a:p>
        </p:txBody>
      </p:sp>
      <p:pic>
        <p:nvPicPr>
          <p:cNvPr id="17410" name="Picture 2" descr="\\SALVADOR\workspace\Documents\My Pictures\Phone Pictures\20081023\Image13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007215"/>
            <a:ext cx="3200400" cy="253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 descr="Image result for ge mri scsi towe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8" b="27462"/>
          <a:stretch/>
        </p:blipFill>
        <p:spPr bwMode="auto">
          <a:xfrm>
            <a:off x="5486400" y="3733800"/>
            <a:ext cx="2857500" cy="240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/>
          <p:cNvSpPr txBox="1">
            <a:spLocks/>
          </p:cNvSpPr>
          <p:nvPr/>
        </p:nvSpPr>
        <p:spPr>
          <a:xfrm>
            <a:off x="152400" y="990601"/>
            <a:ext cx="49530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Two types of SCSI towers, one has only one SCSI connector and one has a connector and a terminator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Different MOD drives and DVD drives have different jumper settings.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Two different types of SCSI to IDE boards for the DVD drives with different jumper settings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Tower has a power supply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Refer to Service Methods for your system&gt;Replacement&gt;System&gt;GOC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88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6616</TotalTime>
  <Words>363</Words>
  <Application>Microsoft Office PowerPoint</Application>
  <PresentationFormat>On-screen Show (4:3)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Rounded MT Bold</vt:lpstr>
      <vt:lpstr>Calibri</vt:lpstr>
      <vt:lpstr>Office Theme</vt:lpstr>
      <vt:lpstr>GE MRI  OPERATOR CONSOLES</vt:lpstr>
      <vt:lpstr>Objectives:</vt:lpstr>
      <vt:lpstr>GE MRI OPERATOR CONSOLES MAIN TYPES</vt:lpstr>
      <vt:lpstr>SCIM (Scan Control Interface Module) and Keyboard</vt:lpstr>
      <vt:lpstr>EXCITE OR NEWER</vt:lpstr>
      <vt:lpstr>GOC</vt:lpstr>
      <vt:lpstr>SCSI Tower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alicia.bostic</dc:creator>
  <cp:lastModifiedBy>Mike J</cp:lastModifiedBy>
  <cp:revision>186</cp:revision>
  <dcterms:created xsi:type="dcterms:W3CDTF">2013-11-14T01:22:54Z</dcterms:created>
  <dcterms:modified xsi:type="dcterms:W3CDTF">2024-05-11T15:06:46Z</dcterms:modified>
</cp:coreProperties>
</file>