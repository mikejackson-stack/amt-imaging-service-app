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69" r:id="rId2"/>
    <p:sldId id="270" r:id="rId3"/>
    <p:sldId id="268" r:id="rId4"/>
    <p:sldId id="272" r:id="rId5"/>
    <p:sldId id="280" r:id="rId6"/>
    <p:sldId id="279" r:id="rId7"/>
    <p:sldId id="283" r:id="rId8"/>
    <p:sldId id="285" r:id="rId9"/>
    <p:sldId id="288" r:id="rId10"/>
    <p:sldId id="289" r:id="rId11"/>
    <p:sldId id="290" r:id="rId12"/>
    <p:sldId id="291" r:id="rId13"/>
    <p:sldId id="292" r:id="rId14"/>
    <p:sldId id="294" r:id="rId15"/>
    <p:sldId id="295" r:id="rId16"/>
    <p:sldId id="293" r:id="rId17"/>
    <p:sldId id="296" r:id="rId18"/>
    <p:sldId id="297" r:id="rId19"/>
    <p:sldId id="298" r:id="rId20"/>
    <p:sldId id="299" r:id="rId21"/>
    <p:sldId id="300" r:id="rId22"/>
    <p:sldId id="302" r:id="rId23"/>
    <p:sldId id="303" r:id="rId24"/>
    <p:sldId id="30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52" autoAdjust="0"/>
  </p:normalViewPr>
  <p:slideViewPr>
    <p:cSldViewPr>
      <p:cViewPr varScale="1">
        <p:scale>
          <a:sx n="94" d="100"/>
          <a:sy n="94" d="100"/>
        </p:scale>
        <p:origin x="888" y="27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J" userId="22cf0bdf11e74b3e" providerId="LiveId" clId="{3D18235A-6387-4014-BE64-59F7D67A7CD4}"/>
    <pc:docChg chg="undo custSel delSld modSld sldOrd">
      <pc:chgData name="Mike J" userId="22cf0bdf11e74b3e" providerId="LiveId" clId="{3D18235A-6387-4014-BE64-59F7D67A7CD4}" dt="2024-05-08T01:18:36.390" v="1011" actId="47"/>
      <pc:docMkLst>
        <pc:docMk/>
      </pc:docMkLst>
      <pc:sldChg chg="del">
        <pc:chgData name="Mike J" userId="22cf0bdf11e74b3e" providerId="LiveId" clId="{3D18235A-6387-4014-BE64-59F7D67A7CD4}" dt="2024-05-08T01:17:19.341" v="970" actId="47"/>
        <pc:sldMkLst>
          <pc:docMk/>
          <pc:sldMk cId="0" sldId="257"/>
        </pc:sldMkLst>
      </pc:sldChg>
      <pc:sldChg chg="addSp delSp modSp mod">
        <pc:chgData name="Mike J" userId="22cf0bdf11e74b3e" providerId="LiveId" clId="{3D18235A-6387-4014-BE64-59F7D67A7CD4}" dt="2024-05-08T00:49:15.301" v="197" actId="313"/>
        <pc:sldMkLst>
          <pc:docMk/>
          <pc:sldMk cId="1845353230" sldId="268"/>
        </pc:sldMkLst>
      </pc:sldChg>
      <pc:sldChg chg="delSp mod">
        <pc:chgData name="Mike J" userId="22cf0bdf11e74b3e" providerId="LiveId" clId="{3D18235A-6387-4014-BE64-59F7D67A7CD4}" dt="2024-05-08T00:38:32.115" v="0" actId="478"/>
        <pc:sldMkLst>
          <pc:docMk/>
          <pc:sldMk cId="430488576" sldId="269"/>
        </pc:sldMkLst>
      </pc:sldChg>
      <pc:sldChg chg="del ord">
        <pc:chgData name="Mike J" userId="22cf0bdf11e74b3e" providerId="LiveId" clId="{3D18235A-6387-4014-BE64-59F7D67A7CD4}" dt="2024-05-08T00:53:01.229" v="217" actId="47"/>
        <pc:sldMkLst>
          <pc:docMk/>
          <pc:sldMk cId="2090312100" sldId="271"/>
        </pc:sldMkLst>
      </pc:sldChg>
      <pc:sldChg chg="addSp delSp modSp mod">
        <pc:chgData name="Mike J" userId="22cf0bdf11e74b3e" providerId="LiveId" clId="{3D18235A-6387-4014-BE64-59F7D67A7CD4}" dt="2024-05-08T00:54:52.415" v="243" actId="20577"/>
        <pc:sldMkLst>
          <pc:docMk/>
          <pc:sldMk cId="2762907557" sldId="272"/>
        </pc:sldMkLst>
      </pc:sldChg>
      <pc:sldChg chg="del">
        <pc:chgData name="Mike J" userId="22cf0bdf11e74b3e" providerId="LiveId" clId="{3D18235A-6387-4014-BE64-59F7D67A7CD4}" dt="2024-05-08T00:53:50.874" v="218" actId="47"/>
        <pc:sldMkLst>
          <pc:docMk/>
          <pc:sldMk cId="4273933648" sldId="273"/>
        </pc:sldMkLst>
      </pc:sldChg>
      <pc:sldChg chg="del">
        <pc:chgData name="Mike J" userId="22cf0bdf11e74b3e" providerId="LiveId" clId="{3D18235A-6387-4014-BE64-59F7D67A7CD4}" dt="2024-05-08T00:53:57.770" v="219" actId="47"/>
        <pc:sldMkLst>
          <pc:docMk/>
          <pc:sldMk cId="2386991730" sldId="274"/>
        </pc:sldMkLst>
      </pc:sldChg>
      <pc:sldChg chg="del">
        <pc:chgData name="Mike J" userId="22cf0bdf11e74b3e" providerId="LiveId" clId="{3D18235A-6387-4014-BE64-59F7D67A7CD4}" dt="2024-05-08T00:54:01.844" v="220" actId="47"/>
        <pc:sldMkLst>
          <pc:docMk/>
          <pc:sldMk cId="3826816473" sldId="275"/>
        </pc:sldMkLst>
      </pc:sldChg>
      <pc:sldChg chg="modSp del mod">
        <pc:chgData name="Mike J" userId="22cf0bdf11e74b3e" providerId="LiveId" clId="{3D18235A-6387-4014-BE64-59F7D67A7CD4}" dt="2024-05-08T00:57:41.549" v="390" actId="47"/>
        <pc:sldMkLst>
          <pc:docMk/>
          <pc:sldMk cId="833972797" sldId="276"/>
        </pc:sldMkLst>
      </pc:sldChg>
      <pc:sldChg chg="del">
        <pc:chgData name="Mike J" userId="22cf0bdf11e74b3e" providerId="LiveId" clId="{3D18235A-6387-4014-BE64-59F7D67A7CD4}" dt="2024-05-08T00:58:10.214" v="391" actId="47"/>
        <pc:sldMkLst>
          <pc:docMk/>
          <pc:sldMk cId="545363926" sldId="277"/>
        </pc:sldMkLst>
      </pc:sldChg>
      <pc:sldChg chg="del">
        <pc:chgData name="Mike J" userId="22cf0bdf11e74b3e" providerId="LiveId" clId="{3D18235A-6387-4014-BE64-59F7D67A7CD4}" dt="2024-05-08T00:58:58.880" v="392" actId="47"/>
        <pc:sldMkLst>
          <pc:docMk/>
          <pc:sldMk cId="2381591092" sldId="278"/>
        </pc:sldMkLst>
      </pc:sldChg>
      <pc:sldChg chg="addSp delSp modSp mod">
        <pc:chgData name="Mike J" userId="22cf0bdf11e74b3e" providerId="LiveId" clId="{3D18235A-6387-4014-BE64-59F7D67A7CD4}" dt="2024-05-08T01:02:07.463" v="448" actId="33524"/>
        <pc:sldMkLst>
          <pc:docMk/>
          <pc:sldMk cId="2742895833" sldId="279"/>
        </pc:sldMkLst>
      </pc:sldChg>
      <pc:sldChg chg="addSp delSp modSp mod modClrScheme chgLayout">
        <pc:chgData name="Mike J" userId="22cf0bdf11e74b3e" providerId="LiveId" clId="{3D18235A-6387-4014-BE64-59F7D67A7CD4}" dt="2024-05-08T01:05:35.087" v="551" actId="20577"/>
        <pc:sldMkLst>
          <pc:docMk/>
          <pc:sldMk cId="2222708556" sldId="280"/>
        </pc:sldMkLst>
      </pc:sldChg>
      <pc:sldChg chg="del">
        <pc:chgData name="Mike J" userId="22cf0bdf11e74b3e" providerId="LiveId" clId="{3D18235A-6387-4014-BE64-59F7D67A7CD4}" dt="2024-05-08T01:05:50.600" v="552" actId="47"/>
        <pc:sldMkLst>
          <pc:docMk/>
          <pc:sldMk cId="3068230170" sldId="281"/>
        </pc:sldMkLst>
      </pc:sldChg>
      <pc:sldChg chg="del">
        <pc:chgData name="Mike J" userId="22cf0bdf11e74b3e" providerId="LiveId" clId="{3D18235A-6387-4014-BE64-59F7D67A7CD4}" dt="2024-05-08T01:06:02.100" v="553" actId="47"/>
        <pc:sldMkLst>
          <pc:docMk/>
          <pc:sldMk cId="1574734381" sldId="282"/>
        </pc:sldMkLst>
      </pc:sldChg>
      <pc:sldChg chg="addSp delSp modSp mod">
        <pc:chgData name="Mike J" userId="22cf0bdf11e74b3e" providerId="LiveId" clId="{3D18235A-6387-4014-BE64-59F7D67A7CD4}" dt="2024-05-08T01:10:11.423" v="651" actId="1076"/>
        <pc:sldMkLst>
          <pc:docMk/>
          <pc:sldMk cId="3741111821" sldId="283"/>
        </pc:sldMkLst>
      </pc:sldChg>
      <pc:sldChg chg="del">
        <pc:chgData name="Mike J" userId="22cf0bdf11e74b3e" providerId="LiveId" clId="{3D18235A-6387-4014-BE64-59F7D67A7CD4}" dt="2024-05-08T01:10:39.123" v="652" actId="47"/>
        <pc:sldMkLst>
          <pc:docMk/>
          <pc:sldMk cId="2629913981" sldId="284"/>
        </pc:sldMkLst>
      </pc:sldChg>
      <pc:sldChg chg="modSp mod">
        <pc:chgData name="Mike J" userId="22cf0bdf11e74b3e" providerId="LiveId" clId="{3D18235A-6387-4014-BE64-59F7D67A7CD4}" dt="2024-05-08T01:11:17.348" v="694" actId="20577"/>
        <pc:sldMkLst>
          <pc:docMk/>
          <pc:sldMk cId="1924328698" sldId="285"/>
        </pc:sldMkLst>
      </pc:sldChg>
      <pc:sldChg chg="del">
        <pc:chgData name="Mike J" userId="22cf0bdf11e74b3e" providerId="LiveId" clId="{3D18235A-6387-4014-BE64-59F7D67A7CD4}" dt="2024-05-08T01:11:33.236" v="695" actId="47"/>
        <pc:sldMkLst>
          <pc:docMk/>
          <pc:sldMk cId="901884391" sldId="286"/>
        </pc:sldMkLst>
      </pc:sldChg>
      <pc:sldChg chg="del">
        <pc:chgData name="Mike J" userId="22cf0bdf11e74b3e" providerId="LiveId" clId="{3D18235A-6387-4014-BE64-59F7D67A7CD4}" dt="2024-05-08T01:11:39.694" v="696" actId="47"/>
        <pc:sldMkLst>
          <pc:docMk/>
          <pc:sldMk cId="655913997" sldId="287"/>
        </pc:sldMkLst>
      </pc:sldChg>
      <pc:sldChg chg="delSp modSp mod">
        <pc:chgData name="Mike J" userId="22cf0bdf11e74b3e" providerId="LiveId" clId="{3D18235A-6387-4014-BE64-59F7D67A7CD4}" dt="2024-05-08T01:15:58.464" v="967" actId="20577"/>
        <pc:sldMkLst>
          <pc:docMk/>
          <pc:sldMk cId="488285822" sldId="297"/>
        </pc:sldMkLst>
      </pc:sldChg>
      <pc:sldChg chg="modSp mod">
        <pc:chgData name="Mike J" userId="22cf0bdf11e74b3e" providerId="LiveId" clId="{3D18235A-6387-4014-BE64-59F7D67A7CD4}" dt="2024-05-08T01:16:19.383" v="968" actId="33524"/>
        <pc:sldMkLst>
          <pc:docMk/>
          <pc:sldMk cId="2237616435" sldId="299"/>
        </pc:sldMkLst>
      </pc:sldChg>
      <pc:sldChg chg="del">
        <pc:chgData name="Mike J" userId="22cf0bdf11e74b3e" providerId="LiveId" clId="{3D18235A-6387-4014-BE64-59F7D67A7CD4}" dt="2024-05-08T01:16:43.444" v="969" actId="47"/>
        <pc:sldMkLst>
          <pc:docMk/>
          <pc:sldMk cId="2844938557" sldId="301"/>
        </pc:sldMkLst>
      </pc:sldChg>
      <pc:sldChg chg="modSp del mod">
        <pc:chgData name="Mike J" userId="22cf0bdf11e74b3e" providerId="LiveId" clId="{3D18235A-6387-4014-BE64-59F7D67A7CD4}" dt="2024-05-08T01:18:36.390" v="1011" actId="47"/>
        <pc:sldMkLst>
          <pc:docMk/>
          <pc:sldMk cId="500961187" sldId="305"/>
        </pc:sldMkLst>
      </pc:sldChg>
    </pc:docChg>
  </pc:docChgLst>
  <pc:docChgLst>
    <pc:chgData name="Mike J" userId="22cf0bdf11e74b3e" providerId="LiveId" clId="{8DBA285E-A5C9-4116-9514-BEA3E7BA0D12}"/>
    <pc:docChg chg="modSld sldOrd">
      <pc:chgData name="Mike J" userId="22cf0bdf11e74b3e" providerId="LiveId" clId="{8DBA285E-A5C9-4116-9514-BEA3E7BA0D12}" dt="2025-07-29T15:36:08.954" v="1"/>
      <pc:docMkLst>
        <pc:docMk/>
      </pc:docMkLst>
      <pc:sldChg chg="ord">
        <pc:chgData name="Mike J" userId="22cf0bdf11e74b3e" providerId="LiveId" clId="{8DBA285E-A5C9-4116-9514-BEA3E7BA0D12}" dt="2025-07-29T15:36:08.954" v="1"/>
        <pc:sldMkLst>
          <pc:docMk/>
          <pc:sldMk cId="2222708556" sldId="28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75BAAF-8469-3841-8BC2-1CA227C6E064}" type="datetimeFigureOut">
              <a:rPr lang="en-US" smtClean="0"/>
              <a:t>7/29/2025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4860602-7664-FD44-AB70-F7D32CA14192}" type="slidenum">
              <a:rPr lang="en-US" smtClean="0"/>
              <a:t>‹#›</a:t>
            </a:fld>
            <a:endParaRPr lang="en-US"/>
          </a:p>
        </p:txBody>
      </p:sp>
    </p:spTree>
    <p:extLst>
      <p:ext uri="{BB962C8B-B14F-4D97-AF65-F5344CB8AC3E}">
        <p14:creationId xmlns:p14="http://schemas.microsoft.com/office/powerpoint/2010/main" val="1400146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C8F450-DE6C-4663-AAB7-BE98778311CB}" type="datetimeFigureOut">
              <a:rPr lang="en-US" smtClean="0"/>
              <a:pPr/>
              <a:t>7/29/2025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6DC5DB-33AA-4ACF-912B-D8E7E874F07B}" type="slidenum">
              <a:rPr lang="en-US" smtClean="0"/>
              <a:pPr/>
              <a:t>‹#›</a:t>
            </a:fld>
            <a:endParaRPr lang="en-US"/>
          </a:p>
        </p:txBody>
      </p:sp>
    </p:spTree>
    <p:extLst>
      <p:ext uri="{BB962C8B-B14F-4D97-AF65-F5344CB8AC3E}">
        <p14:creationId xmlns:p14="http://schemas.microsoft.com/office/powerpoint/2010/main" val="86584343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26DC5DB-33AA-4ACF-912B-D8E7E874F07B}"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6858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990600"/>
            <a:ext cx="8839200" cy="49831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8" name="Picture 7" descr="RETHINK.png"/>
          <p:cNvPicPr>
            <a:picLocks noChangeAspect="1"/>
          </p:cNvPicPr>
          <p:nvPr userDrawn="1"/>
        </p:nvPicPr>
        <p:blipFill>
          <a:blip r:embed="rId13" cstate="print"/>
          <a:stretch>
            <a:fillRect/>
          </a:stretch>
        </p:blipFill>
        <p:spPr>
          <a:xfrm>
            <a:off x="76199" y="6360651"/>
            <a:ext cx="2895601" cy="456675"/>
          </a:xfrm>
          <a:prstGeom prst="rect">
            <a:avLst/>
          </a:prstGeom>
        </p:spPr>
      </p:pic>
      <p:pic>
        <p:nvPicPr>
          <p:cNvPr id="9" name="Picture 8" descr="BC logo 2014.png"/>
          <p:cNvPicPr>
            <a:picLocks noChangeAspect="1"/>
          </p:cNvPicPr>
          <p:nvPr userDrawn="1"/>
        </p:nvPicPr>
        <p:blipFill>
          <a:blip r:embed="rId14" cstate="print"/>
          <a:stretch>
            <a:fillRect/>
          </a:stretch>
        </p:blipFill>
        <p:spPr>
          <a:xfrm>
            <a:off x="6934200" y="6264695"/>
            <a:ext cx="2023699" cy="59330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healthcare.com/support/manual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7010400" y="6211669"/>
            <a:ext cx="2133600" cy="646331"/>
          </a:xfrm>
          <a:prstGeom prst="rect">
            <a:avLst/>
          </a:prstGeom>
          <a:solidFill>
            <a:schemeClr val="bg1"/>
          </a:solidFill>
        </p:spPr>
        <p:txBody>
          <a:bodyPr wrap="square" rtlCol="0">
            <a:spAutoFit/>
          </a:bodyPr>
          <a:lstStyle/>
          <a:p>
            <a:endParaRPr lang="en-US" dirty="0"/>
          </a:p>
          <a:p>
            <a:endParaRPr lang="en-US" dirty="0"/>
          </a:p>
        </p:txBody>
      </p:sp>
      <p:sp>
        <p:nvSpPr>
          <p:cNvPr id="4" name="TextBox 3"/>
          <p:cNvSpPr txBox="1"/>
          <p:nvPr/>
        </p:nvSpPr>
        <p:spPr>
          <a:xfrm>
            <a:off x="4572000" y="76200"/>
            <a:ext cx="4572000" cy="861774"/>
          </a:xfrm>
          <a:prstGeom prst="rect">
            <a:avLst/>
          </a:prstGeom>
          <a:noFill/>
        </p:spPr>
        <p:txBody>
          <a:bodyPr wrap="square" rtlCol="0">
            <a:spAutoFit/>
          </a:bodyPr>
          <a:lstStyle/>
          <a:p>
            <a:r>
              <a:rPr lang="en-US" sz="3200" b="1" dirty="0">
                <a:solidFill>
                  <a:schemeClr val="bg1"/>
                </a:solidFill>
              </a:rPr>
              <a:t>2014 Leadership Meeting</a:t>
            </a:r>
          </a:p>
          <a:p>
            <a:endParaRPr lang="en-US" dirty="0"/>
          </a:p>
        </p:txBody>
      </p:sp>
      <p:sp>
        <p:nvSpPr>
          <p:cNvPr id="5" name="Title 1"/>
          <p:cNvSpPr>
            <a:spLocks noGrp="1"/>
          </p:cNvSpPr>
          <p:nvPr>
            <p:ph type="ctrTitle"/>
          </p:nvPr>
        </p:nvSpPr>
        <p:spPr>
          <a:xfrm>
            <a:off x="685800" y="2130425"/>
            <a:ext cx="7772400" cy="1470025"/>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ctr"/>
            <a:r>
              <a:rPr lang="en-US" sz="4400" b="1" dirty="0">
                <a:solidFill>
                  <a:srgbClr val="0070C0"/>
                </a:solidFill>
                <a:latin typeface="Arial Rounded MT Bold" panose="020F0704030504030204" pitchFamily="34" charset="0"/>
              </a:rPr>
              <a:t>GE DOCUMENTATION</a:t>
            </a:r>
          </a:p>
        </p:txBody>
      </p:sp>
      <p:sp>
        <p:nvSpPr>
          <p:cNvPr id="6" name="Footer Placeholder 5">
            <a:extLst>
              <a:ext uri="{FF2B5EF4-FFF2-40B4-BE49-F238E27FC236}">
                <a16:creationId xmlns:a16="http://schemas.microsoft.com/office/drawing/2014/main" id="{1FE8A156-5CE1-F374-B6C2-37B9B9A88684}"/>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30488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lumMod val="75000"/>
                  </a:schemeClr>
                </a:solidFill>
              </a:rPr>
              <a:t>Objectives:</a:t>
            </a:r>
          </a:p>
        </p:txBody>
      </p:sp>
      <p:sp>
        <p:nvSpPr>
          <p:cNvPr id="3" name="Content Placeholder 2"/>
          <p:cNvSpPr>
            <a:spLocks noGrp="1"/>
          </p:cNvSpPr>
          <p:nvPr>
            <p:ph idx="1"/>
          </p:nvPr>
        </p:nvSpPr>
        <p:spPr/>
        <p:txBody>
          <a:bodyPr/>
          <a:lstStyle/>
          <a:p>
            <a:r>
              <a:rPr lang="en-US" dirty="0">
                <a:solidFill>
                  <a:schemeClr val="tx2">
                    <a:lumMod val="60000"/>
                    <a:lumOff val="40000"/>
                  </a:schemeClr>
                </a:solidFill>
              </a:rPr>
              <a:t>To be able to locate and download GE documentation into your PC</a:t>
            </a:r>
          </a:p>
          <a:p>
            <a:r>
              <a:rPr lang="en-US" dirty="0">
                <a:solidFill>
                  <a:schemeClr val="tx2">
                    <a:lumMod val="60000"/>
                    <a:lumOff val="40000"/>
                  </a:schemeClr>
                </a:solidFill>
              </a:rPr>
              <a:t>Understand how GE documents are organized and how to look for information</a:t>
            </a:r>
          </a:p>
          <a:p>
            <a:r>
              <a:rPr lang="en-US" dirty="0">
                <a:solidFill>
                  <a:schemeClr val="tx2">
                    <a:lumMod val="60000"/>
                    <a:lumOff val="40000"/>
                  </a:schemeClr>
                </a:solidFill>
              </a:rPr>
              <a:t>Learn how to find the acronyms list</a:t>
            </a:r>
          </a:p>
          <a:p>
            <a:r>
              <a:rPr lang="en-US" dirty="0">
                <a:solidFill>
                  <a:schemeClr val="tx2">
                    <a:lumMod val="60000"/>
                    <a:lumOff val="40000"/>
                  </a:schemeClr>
                </a:solidFill>
              </a:rPr>
              <a:t>Become familiar with the parts manual</a:t>
            </a:r>
          </a:p>
          <a:p>
            <a:r>
              <a:rPr lang="en-US" dirty="0">
                <a:solidFill>
                  <a:schemeClr val="tx2">
                    <a:lumMod val="60000"/>
                    <a:lumOff val="40000"/>
                  </a:schemeClr>
                </a:solidFill>
              </a:rPr>
              <a:t>To gain a basic knowledge of the magnet documentation</a:t>
            </a:r>
          </a:p>
        </p:txBody>
      </p:sp>
      <p:sp>
        <p:nvSpPr>
          <p:cNvPr id="5" name="Footer Placeholder 4">
            <a:extLst>
              <a:ext uri="{FF2B5EF4-FFF2-40B4-BE49-F238E27FC236}">
                <a16:creationId xmlns:a16="http://schemas.microsoft.com/office/drawing/2014/main" id="{61C1FBF1-6181-812E-997B-50E9A248C48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31629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accent1">
                    <a:lumMod val="75000"/>
                  </a:schemeClr>
                </a:solidFill>
              </a:rPr>
              <a:t>GE support website</a:t>
            </a:r>
          </a:p>
        </p:txBody>
      </p:sp>
      <p:sp>
        <p:nvSpPr>
          <p:cNvPr id="2" name="Rectangle 1"/>
          <p:cNvSpPr/>
          <p:nvPr/>
        </p:nvSpPr>
        <p:spPr>
          <a:xfrm>
            <a:off x="2407951" y="762000"/>
            <a:ext cx="4009303" cy="369332"/>
          </a:xfrm>
          <a:prstGeom prst="rect">
            <a:avLst/>
          </a:prstGeom>
        </p:spPr>
        <p:txBody>
          <a:bodyPr wrap="none">
            <a:spAutoFit/>
          </a:bodyPr>
          <a:lstStyle/>
          <a:p>
            <a:r>
              <a:rPr lang="en-US" dirty="0">
                <a:hlinkClick r:id="rId2"/>
              </a:rPr>
              <a:t>Manuals | GE HealthCare (United States)</a:t>
            </a:r>
            <a:endParaRPr lang="en-US" dirty="0"/>
          </a:p>
        </p:txBody>
      </p:sp>
      <p:sp>
        <p:nvSpPr>
          <p:cNvPr id="5" name="Footer Placeholder 4">
            <a:extLst>
              <a:ext uri="{FF2B5EF4-FFF2-40B4-BE49-F238E27FC236}">
                <a16:creationId xmlns:a16="http://schemas.microsoft.com/office/drawing/2014/main" id="{41897FBE-7FB0-5EB1-6F4B-49D7FFD99CC1}"/>
              </a:ext>
            </a:extLst>
          </p:cNvPr>
          <p:cNvSpPr>
            <a:spLocks noGrp="1"/>
          </p:cNvSpPr>
          <p:nvPr>
            <p:ph type="ftr" sz="quarter" idx="11"/>
          </p:nvPr>
        </p:nvSpPr>
        <p:spPr>
          <a:xfrm>
            <a:off x="3124200" y="6243230"/>
            <a:ext cx="2895600" cy="538570"/>
          </a:xfrm>
        </p:spPr>
        <p:txBody>
          <a:bodyPr/>
          <a:lstStyle/>
          <a:p>
            <a:r>
              <a:rPr lang="en-US" b="1" dirty="0"/>
              <a:t>Select “Browse by product”. Then choose MR and the system/s you are  working on</a:t>
            </a:r>
            <a:r>
              <a:rPr lang="en-US" dirty="0"/>
              <a:t>.</a:t>
            </a:r>
          </a:p>
        </p:txBody>
      </p:sp>
      <p:pic>
        <p:nvPicPr>
          <p:cNvPr id="8" name="Picture 7">
            <a:extLst>
              <a:ext uri="{FF2B5EF4-FFF2-40B4-BE49-F238E27FC236}">
                <a16:creationId xmlns:a16="http://schemas.microsoft.com/office/drawing/2014/main" id="{5275865E-410C-1C14-DC81-CCF7F759B8C7}"/>
              </a:ext>
            </a:extLst>
          </p:cNvPr>
          <p:cNvPicPr>
            <a:picLocks noChangeAspect="1"/>
          </p:cNvPicPr>
          <p:nvPr/>
        </p:nvPicPr>
        <p:blipFill>
          <a:blip r:embed="rId3"/>
          <a:stretch>
            <a:fillRect/>
          </a:stretch>
        </p:blipFill>
        <p:spPr>
          <a:xfrm>
            <a:off x="0" y="1219200"/>
            <a:ext cx="9144000" cy="4936162"/>
          </a:xfrm>
          <a:prstGeom prst="rect">
            <a:avLst/>
          </a:prstGeom>
        </p:spPr>
      </p:pic>
    </p:spTree>
    <p:extLst>
      <p:ext uri="{BB962C8B-B14F-4D97-AF65-F5344CB8AC3E}">
        <p14:creationId xmlns:p14="http://schemas.microsoft.com/office/powerpoint/2010/main" val="1845353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761999"/>
          </a:xfrm>
        </p:spPr>
        <p:txBody>
          <a:bodyPr>
            <a:normAutofit fontScale="70000" lnSpcReduction="20000"/>
          </a:bodyPr>
          <a:lstStyle/>
          <a:p>
            <a:r>
              <a:rPr lang="en-US" dirty="0">
                <a:solidFill>
                  <a:schemeClr val="tx2">
                    <a:lumMod val="60000"/>
                    <a:lumOff val="40000"/>
                  </a:schemeClr>
                </a:solidFill>
              </a:rPr>
              <a:t>Click in the Magnetic Resonance section to unfold the list of MR systems. </a:t>
            </a:r>
          </a:p>
          <a:p>
            <a:r>
              <a:rPr lang="en-US" dirty="0">
                <a:solidFill>
                  <a:schemeClr val="tx2">
                    <a:lumMod val="60000"/>
                    <a:lumOff val="40000"/>
                  </a:schemeClr>
                </a:solidFill>
              </a:rPr>
              <a:t>Click on the desired product</a:t>
            </a:r>
          </a:p>
        </p:txBody>
      </p:sp>
      <p:sp>
        <p:nvSpPr>
          <p:cNvPr id="5" name="Title 1"/>
          <p:cNvSpPr>
            <a:spLocks noGrp="1"/>
          </p:cNvSpPr>
          <p:nvPr>
            <p:ph type="title"/>
          </p:nvPr>
        </p:nvSpPr>
        <p:spPr/>
        <p:txBody>
          <a:bodyPr/>
          <a:lstStyle/>
          <a:p>
            <a:r>
              <a:rPr lang="en-US" dirty="0">
                <a:solidFill>
                  <a:schemeClr val="accent1">
                    <a:lumMod val="75000"/>
                  </a:schemeClr>
                </a:solidFill>
              </a:rPr>
              <a:t>Service Manuals</a:t>
            </a:r>
          </a:p>
        </p:txBody>
      </p:sp>
      <p:sp>
        <p:nvSpPr>
          <p:cNvPr id="4" name="Footer Placeholder 3">
            <a:extLst>
              <a:ext uri="{FF2B5EF4-FFF2-40B4-BE49-F238E27FC236}">
                <a16:creationId xmlns:a16="http://schemas.microsoft.com/office/drawing/2014/main" id="{DF8B1D90-790A-73AE-3CA8-95AB59EDA767}"/>
              </a:ext>
            </a:extLst>
          </p:cNvPr>
          <p:cNvSpPr>
            <a:spLocks noGrp="1"/>
          </p:cNvSpPr>
          <p:nvPr>
            <p:ph type="ftr" sz="quarter" idx="11"/>
          </p:nvPr>
        </p:nvSpPr>
        <p:spPr/>
        <p:txBody>
          <a:bodyPr/>
          <a:lstStyle/>
          <a:p>
            <a:endParaRPr lang="en-US"/>
          </a:p>
        </p:txBody>
      </p:sp>
      <p:pic>
        <p:nvPicPr>
          <p:cNvPr id="8" name="Picture 7">
            <a:extLst>
              <a:ext uri="{FF2B5EF4-FFF2-40B4-BE49-F238E27FC236}">
                <a16:creationId xmlns:a16="http://schemas.microsoft.com/office/drawing/2014/main" id="{ACDB1217-89FF-FCE9-E24C-9EE1BBA73007}"/>
              </a:ext>
            </a:extLst>
          </p:cNvPr>
          <p:cNvPicPr>
            <a:picLocks noChangeAspect="1"/>
          </p:cNvPicPr>
          <p:nvPr/>
        </p:nvPicPr>
        <p:blipFill>
          <a:blip r:embed="rId2"/>
          <a:stretch>
            <a:fillRect/>
          </a:stretch>
        </p:blipFill>
        <p:spPr>
          <a:xfrm>
            <a:off x="0" y="1676400"/>
            <a:ext cx="9144000" cy="4946809"/>
          </a:xfrm>
          <a:prstGeom prst="rect">
            <a:avLst/>
          </a:prstGeom>
        </p:spPr>
      </p:pic>
    </p:spTree>
    <p:extLst>
      <p:ext uri="{BB962C8B-B14F-4D97-AF65-F5344CB8AC3E}">
        <p14:creationId xmlns:p14="http://schemas.microsoft.com/office/powerpoint/2010/main" val="2762907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a:solidFill>
                  <a:schemeClr val="accent1">
                    <a:lumMod val="75000"/>
                  </a:schemeClr>
                </a:solidFill>
              </a:rPr>
              <a:t>Service Documents</a:t>
            </a:r>
            <a:endParaRPr lang="en-US" dirty="0">
              <a:solidFill>
                <a:schemeClr val="accent1">
                  <a:lumMod val="75000"/>
                </a:schemeClr>
              </a:solidFill>
            </a:endParaRPr>
          </a:p>
        </p:txBody>
      </p:sp>
      <p:sp>
        <p:nvSpPr>
          <p:cNvPr id="6" name="Content Placeholder 2"/>
          <p:cNvSpPr>
            <a:spLocks noGrp="1"/>
          </p:cNvSpPr>
          <p:nvPr>
            <p:ph idx="1"/>
          </p:nvPr>
        </p:nvSpPr>
        <p:spPr>
          <a:xfrm>
            <a:off x="152400" y="685800"/>
            <a:ext cx="8839200" cy="838200"/>
          </a:xfrm>
        </p:spPr>
        <p:txBody>
          <a:bodyPr>
            <a:normAutofit fontScale="85000" lnSpcReduction="10000"/>
          </a:bodyPr>
          <a:lstStyle/>
          <a:p>
            <a:pPr marL="0" indent="0">
              <a:buNone/>
            </a:pPr>
            <a:r>
              <a:rPr lang="en-US" dirty="0">
                <a:solidFill>
                  <a:schemeClr val="tx2">
                    <a:lumMod val="60000"/>
                    <a:lumOff val="40000"/>
                  </a:schemeClr>
                </a:solidFill>
              </a:rPr>
              <a:t>Most of the time we will be looking for the Service Methods CD and will download as a .zip or .pdf filename.</a:t>
            </a:r>
          </a:p>
          <a:p>
            <a:pPr marL="0" indent="0">
              <a:buNone/>
            </a:pPr>
            <a:endParaRPr lang="en-US" dirty="0">
              <a:solidFill>
                <a:schemeClr val="tx2">
                  <a:lumMod val="60000"/>
                  <a:lumOff val="40000"/>
                </a:schemeClr>
              </a:solidFill>
            </a:endParaRPr>
          </a:p>
          <a:p>
            <a:pPr marL="0" indent="0">
              <a:buNone/>
            </a:pPr>
            <a:endParaRPr lang="en-US" dirty="0">
              <a:solidFill>
                <a:schemeClr val="tx2">
                  <a:lumMod val="60000"/>
                  <a:lumOff val="40000"/>
                </a:schemeClr>
              </a:solidFill>
            </a:endParaRPr>
          </a:p>
        </p:txBody>
      </p:sp>
      <p:sp>
        <p:nvSpPr>
          <p:cNvPr id="3" name="Footer Placeholder 2">
            <a:extLst>
              <a:ext uri="{FF2B5EF4-FFF2-40B4-BE49-F238E27FC236}">
                <a16:creationId xmlns:a16="http://schemas.microsoft.com/office/drawing/2014/main" id="{7FAACCE5-85F6-90AB-FFEE-907ACDEAD7AB}"/>
              </a:ext>
            </a:extLst>
          </p:cNvPr>
          <p:cNvSpPr>
            <a:spLocks noGrp="1"/>
          </p:cNvSpPr>
          <p:nvPr>
            <p:ph type="ftr" sz="quarter" idx="11"/>
          </p:nvPr>
        </p:nvSpPr>
        <p:spPr/>
        <p:txBody>
          <a:bodyPr/>
          <a:lstStyle/>
          <a:p>
            <a:endParaRPr lang="en-US"/>
          </a:p>
        </p:txBody>
      </p:sp>
      <p:pic>
        <p:nvPicPr>
          <p:cNvPr id="8" name="Picture 7">
            <a:extLst>
              <a:ext uri="{FF2B5EF4-FFF2-40B4-BE49-F238E27FC236}">
                <a16:creationId xmlns:a16="http://schemas.microsoft.com/office/drawing/2014/main" id="{2AFA1D49-DD11-FF64-3AE2-C2C962E2B0B6}"/>
              </a:ext>
            </a:extLst>
          </p:cNvPr>
          <p:cNvPicPr>
            <a:picLocks noChangeAspect="1"/>
          </p:cNvPicPr>
          <p:nvPr/>
        </p:nvPicPr>
        <p:blipFill>
          <a:blip r:embed="rId2"/>
          <a:stretch>
            <a:fillRect/>
          </a:stretch>
        </p:blipFill>
        <p:spPr>
          <a:xfrm>
            <a:off x="0" y="1676400"/>
            <a:ext cx="9144000" cy="4770500"/>
          </a:xfrm>
          <a:prstGeom prst="rect">
            <a:avLst/>
          </a:prstGeom>
        </p:spPr>
      </p:pic>
    </p:spTree>
    <p:extLst>
      <p:ext uri="{BB962C8B-B14F-4D97-AF65-F5344CB8AC3E}">
        <p14:creationId xmlns:p14="http://schemas.microsoft.com/office/powerpoint/2010/main" val="2222708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a:solidFill>
                  <a:schemeClr val="accent1">
                    <a:lumMod val="75000"/>
                  </a:schemeClr>
                </a:solidFill>
              </a:rPr>
              <a:t>Service Documents</a:t>
            </a:r>
          </a:p>
        </p:txBody>
      </p:sp>
      <p:sp>
        <p:nvSpPr>
          <p:cNvPr id="3" name="Footer Placeholder 2">
            <a:extLst>
              <a:ext uri="{FF2B5EF4-FFF2-40B4-BE49-F238E27FC236}">
                <a16:creationId xmlns:a16="http://schemas.microsoft.com/office/drawing/2014/main" id="{5431CDCD-0462-2ED8-35E7-4CA079AF9DCA}"/>
              </a:ext>
            </a:extLst>
          </p:cNvPr>
          <p:cNvSpPr>
            <a:spLocks noGrp="1"/>
          </p:cNvSpPr>
          <p:nvPr>
            <p:ph type="ftr" sz="quarter" idx="11"/>
          </p:nvPr>
        </p:nvSpPr>
        <p:spPr/>
        <p:txBody>
          <a:bodyPr/>
          <a:lstStyle/>
          <a:p>
            <a:endParaRPr lang="en-US"/>
          </a:p>
        </p:txBody>
      </p:sp>
      <p:pic>
        <p:nvPicPr>
          <p:cNvPr id="7" name="Picture 6">
            <a:extLst>
              <a:ext uri="{FF2B5EF4-FFF2-40B4-BE49-F238E27FC236}">
                <a16:creationId xmlns:a16="http://schemas.microsoft.com/office/drawing/2014/main" id="{FE46F98D-97D3-DECB-D22A-46808296D36A}"/>
              </a:ext>
            </a:extLst>
          </p:cNvPr>
          <p:cNvPicPr>
            <a:picLocks noChangeAspect="1"/>
          </p:cNvPicPr>
          <p:nvPr/>
        </p:nvPicPr>
        <p:blipFill>
          <a:blip r:embed="rId2"/>
          <a:stretch>
            <a:fillRect/>
          </a:stretch>
        </p:blipFill>
        <p:spPr>
          <a:xfrm>
            <a:off x="0" y="1447800"/>
            <a:ext cx="9144000" cy="4461986"/>
          </a:xfrm>
          <a:prstGeom prst="rect">
            <a:avLst/>
          </a:prstGeom>
        </p:spPr>
      </p:pic>
      <p:sp>
        <p:nvSpPr>
          <p:cNvPr id="8" name="TextBox 7">
            <a:extLst>
              <a:ext uri="{FF2B5EF4-FFF2-40B4-BE49-F238E27FC236}">
                <a16:creationId xmlns:a16="http://schemas.microsoft.com/office/drawing/2014/main" id="{8BC9C1A0-E254-2CA5-F25B-E47BDB9C53FA}"/>
              </a:ext>
            </a:extLst>
          </p:cNvPr>
          <p:cNvSpPr txBox="1"/>
          <p:nvPr/>
        </p:nvSpPr>
        <p:spPr>
          <a:xfrm>
            <a:off x="76200" y="685800"/>
            <a:ext cx="4953000" cy="369332"/>
          </a:xfrm>
          <a:prstGeom prst="rect">
            <a:avLst/>
          </a:prstGeom>
          <a:noFill/>
        </p:spPr>
        <p:txBody>
          <a:bodyPr wrap="square" rtlCol="0">
            <a:spAutoFit/>
          </a:bodyPr>
          <a:lstStyle/>
          <a:p>
            <a:r>
              <a:rPr lang="en-US" dirty="0"/>
              <a:t>As an example, I have chosen Signa Excite LX </a:t>
            </a:r>
          </a:p>
        </p:txBody>
      </p:sp>
    </p:spTree>
    <p:extLst>
      <p:ext uri="{BB962C8B-B14F-4D97-AF65-F5344CB8AC3E}">
        <p14:creationId xmlns:p14="http://schemas.microsoft.com/office/powerpoint/2010/main" val="2742895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tx2">
                    <a:lumMod val="60000"/>
                    <a:lumOff val="40000"/>
                  </a:schemeClr>
                </a:solidFill>
              </a:rPr>
              <a:t>Find the manuals you want to download</a:t>
            </a:r>
          </a:p>
          <a:p>
            <a:endParaRPr lang="en-US" dirty="0">
              <a:solidFill>
                <a:schemeClr val="tx2">
                  <a:lumMod val="60000"/>
                  <a:lumOff val="40000"/>
                </a:schemeClr>
              </a:solidFill>
            </a:endParaRPr>
          </a:p>
          <a:p>
            <a:endParaRPr lang="en-US" dirty="0">
              <a:solidFill>
                <a:schemeClr val="tx2">
                  <a:lumMod val="60000"/>
                  <a:lumOff val="40000"/>
                </a:schemeClr>
              </a:solidFill>
            </a:endParaRPr>
          </a:p>
          <a:p>
            <a:r>
              <a:rPr lang="en-US" dirty="0">
                <a:solidFill>
                  <a:schemeClr val="tx2">
                    <a:lumMod val="60000"/>
                    <a:lumOff val="40000"/>
                  </a:schemeClr>
                </a:solidFill>
              </a:rPr>
              <a:t>Click on ‘Download’ then ‘Accept’ to start downloading</a:t>
            </a:r>
          </a:p>
        </p:txBody>
      </p:sp>
      <p:sp>
        <p:nvSpPr>
          <p:cNvPr id="5" name="Title 1"/>
          <p:cNvSpPr>
            <a:spLocks noGrp="1"/>
          </p:cNvSpPr>
          <p:nvPr>
            <p:ph type="title"/>
          </p:nvPr>
        </p:nvSpPr>
        <p:spPr/>
        <p:txBody>
          <a:bodyPr/>
          <a:lstStyle/>
          <a:p>
            <a:r>
              <a:rPr lang="en-US" dirty="0">
                <a:solidFill>
                  <a:schemeClr val="accent1">
                    <a:lumMod val="75000"/>
                  </a:schemeClr>
                </a:solidFill>
              </a:rPr>
              <a:t>Service Documents</a:t>
            </a:r>
          </a:p>
        </p:txBody>
      </p:sp>
      <p:sp>
        <p:nvSpPr>
          <p:cNvPr id="6" name="Footer Placeholder 5">
            <a:extLst>
              <a:ext uri="{FF2B5EF4-FFF2-40B4-BE49-F238E27FC236}">
                <a16:creationId xmlns:a16="http://schemas.microsoft.com/office/drawing/2014/main" id="{35C1CA21-8DFF-7574-CF48-00EE7EA2DA65}"/>
              </a:ext>
            </a:extLst>
          </p:cNvPr>
          <p:cNvSpPr>
            <a:spLocks noGrp="1"/>
          </p:cNvSpPr>
          <p:nvPr>
            <p:ph type="ftr" sz="quarter" idx="11"/>
          </p:nvPr>
        </p:nvSpPr>
        <p:spPr/>
        <p:txBody>
          <a:bodyPr/>
          <a:lstStyle/>
          <a:p>
            <a:endParaRPr lang="en-US"/>
          </a:p>
        </p:txBody>
      </p:sp>
      <p:pic>
        <p:nvPicPr>
          <p:cNvPr id="13" name="Picture 12">
            <a:extLst>
              <a:ext uri="{FF2B5EF4-FFF2-40B4-BE49-F238E27FC236}">
                <a16:creationId xmlns:a16="http://schemas.microsoft.com/office/drawing/2014/main" id="{5C1E8119-3D20-5007-FD9D-8A7D3B3963F7}"/>
              </a:ext>
            </a:extLst>
          </p:cNvPr>
          <p:cNvPicPr>
            <a:picLocks noChangeAspect="1"/>
          </p:cNvPicPr>
          <p:nvPr/>
        </p:nvPicPr>
        <p:blipFill>
          <a:blip r:embed="rId2"/>
          <a:stretch>
            <a:fillRect/>
          </a:stretch>
        </p:blipFill>
        <p:spPr>
          <a:xfrm>
            <a:off x="0" y="1447800"/>
            <a:ext cx="9144000" cy="1157681"/>
          </a:xfrm>
          <a:prstGeom prst="rect">
            <a:avLst/>
          </a:prstGeom>
        </p:spPr>
      </p:pic>
      <p:pic>
        <p:nvPicPr>
          <p:cNvPr id="15" name="Picture 14">
            <a:extLst>
              <a:ext uri="{FF2B5EF4-FFF2-40B4-BE49-F238E27FC236}">
                <a16:creationId xmlns:a16="http://schemas.microsoft.com/office/drawing/2014/main" id="{CE2D7E72-8680-7BEC-51F8-075844973973}"/>
              </a:ext>
            </a:extLst>
          </p:cNvPr>
          <p:cNvPicPr>
            <a:picLocks noChangeAspect="1"/>
          </p:cNvPicPr>
          <p:nvPr/>
        </p:nvPicPr>
        <p:blipFill>
          <a:blip r:embed="rId3"/>
          <a:stretch>
            <a:fillRect/>
          </a:stretch>
        </p:blipFill>
        <p:spPr>
          <a:xfrm>
            <a:off x="1752600" y="3808413"/>
            <a:ext cx="5257800" cy="2851150"/>
          </a:xfrm>
          <a:prstGeom prst="rect">
            <a:avLst/>
          </a:prstGeom>
        </p:spPr>
      </p:pic>
    </p:spTree>
    <p:extLst>
      <p:ext uri="{BB962C8B-B14F-4D97-AF65-F5344CB8AC3E}">
        <p14:creationId xmlns:p14="http://schemas.microsoft.com/office/powerpoint/2010/main" val="3741111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457199"/>
          </a:xfrm>
        </p:spPr>
        <p:txBody>
          <a:bodyPr>
            <a:normAutofit fontScale="85000" lnSpcReduction="20000"/>
          </a:bodyPr>
          <a:lstStyle/>
          <a:p>
            <a:r>
              <a:rPr lang="en-US" dirty="0">
                <a:solidFill>
                  <a:schemeClr val="tx2">
                    <a:lumMod val="60000"/>
                    <a:lumOff val="40000"/>
                  </a:schemeClr>
                </a:solidFill>
              </a:rPr>
              <a:t>Unzip the downloaded file if necessary</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09" y="1447801"/>
            <a:ext cx="3810000" cy="260111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p:txBody>
          <a:bodyPr/>
          <a:lstStyle/>
          <a:p>
            <a:r>
              <a:rPr lang="en-US" dirty="0">
                <a:solidFill>
                  <a:schemeClr val="accent1">
                    <a:lumMod val="75000"/>
                  </a:schemeClr>
                </a:solidFill>
              </a:rPr>
              <a:t>Service Documents</a:t>
            </a:r>
          </a:p>
        </p:txBody>
      </p:sp>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551290"/>
            <a:ext cx="4057153" cy="2971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42495"/>
            <a:ext cx="3319463" cy="226621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Notched Right Arrow 3"/>
          <p:cNvSpPr/>
          <p:nvPr/>
        </p:nvSpPr>
        <p:spPr>
          <a:xfrm>
            <a:off x="5257800" y="4114800"/>
            <a:ext cx="400547" cy="45719"/>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836097F8-9F6E-199B-CA15-D1CF0D41511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24328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762000"/>
          </a:xfrm>
        </p:spPr>
        <p:txBody>
          <a:bodyPr>
            <a:noAutofit/>
          </a:bodyPr>
          <a:lstStyle/>
          <a:p>
            <a:r>
              <a:rPr lang="en-US" sz="2400" dirty="0">
                <a:solidFill>
                  <a:schemeClr val="tx2">
                    <a:lumMod val="60000"/>
                    <a:lumOff val="40000"/>
                  </a:schemeClr>
                </a:solidFill>
              </a:rPr>
              <a:t>The final result for a Service Methods CD-ROM should look like this always:</a:t>
            </a:r>
          </a:p>
        </p:txBody>
      </p:sp>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701" y="1752600"/>
            <a:ext cx="5520598" cy="376894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Footer Placeholder 5">
            <a:extLst>
              <a:ext uri="{FF2B5EF4-FFF2-40B4-BE49-F238E27FC236}">
                <a16:creationId xmlns:a16="http://schemas.microsoft.com/office/drawing/2014/main" id="{A3F3A380-2E5C-5A97-E005-C07A12C4839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78040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50573"/>
            <a:ext cx="8309382" cy="467402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6" name="Content Placeholder 2"/>
          <p:cNvSpPr txBox="1">
            <a:spLocks noGrp="1"/>
          </p:cNvSpPr>
          <p:nvPr>
            <p:ph idx="1"/>
          </p:nvPr>
        </p:nvSpPr>
        <p:spPr>
          <a:xfrm>
            <a:off x="152400" y="838200"/>
            <a:ext cx="8839200" cy="81237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tx2">
                    <a:lumMod val="60000"/>
                    <a:lumOff val="40000"/>
                  </a:schemeClr>
                </a:solidFill>
              </a:rPr>
              <a:t>The index.html will open the main menu contents in the browser of your choice.</a:t>
            </a:r>
          </a:p>
        </p:txBody>
      </p:sp>
      <p:sp>
        <p:nvSpPr>
          <p:cNvPr id="3" name="Footer Placeholder 2">
            <a:extLst>
              <a:ext uri="{FF2B5EF4-FFF2-40B4-BE49-F238E27FC236}">
                <a16:creationId xmlns:a16="http://schemas.microsoft.com/office/drawing/2014/main" id="{C6466622-7012-584A-4D15-2BF1BE0B23E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85429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3418"/>
          <a:stretch/>
        </p:blipFill>
        <p:spPr bwMode="auto">
          <a:xfrm>
            <a:off x="304800" y="914400"/>
            <a:ext cx="8585200" cy="128367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Oval 4"/>
          <p:cNvSpPr/>
          <p:nvPr/>
        </p:nvSpPr>
        <p:spPr>
          <a:xfrm>
            <a:off x="457200" y="1371600"/>
            <a:ext cx="609600" cy="1846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4"/>
          </p:cNvCxnSpPr>
          <p:nvPr/>
        </p:nvCxnSpPr>
        <p:spPr>
          <a:xfrm>
            <a:off x="762000" y="1556238"/>
            <a:ext cx="1060938" cy="17965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71600" y="3276600"/>
            <a:ext cx="2743200" cy="1200329"/>
          </a:xfrm>
          <a:prstGeom prst="rect">
            <a:avLst/>
          </a:prstGeom>
          <a:noFill/>
        </p:spPr>
        <p:txBody>
          <a:bodyPr wrap="square" rtlCol="0">
            <a:spAutoFit/>
          </a:bodyPr>
          <a:lstStyle/>
          <a:p>
            <a:r>
              <a:rPr lang="en-US" dirty="0">
                <a:solidFill>
                  <a:schemeClr val="tx2">
                    <a:lumMod val="60000"/>
                    <a:lumOff val="40000"/>
                  </a:schemeClr>
                </a:solidFill>
              </a:rPr>
              <a:t>The Revision History under Readme gives you the date and revision you are looking at. </a:t>
            </a:r>
          </a:p>
        </p:txBody>
      </p:sp>
      <p:cxnSp>
        <p:nvCxnSpPr>
          <p:cNvPr id="13" name="Straight Arrow Connector 12"/>
          <p:cNvCxnSpPr/>
          <p:nvPr/>
        </p:nvCxnSpPr>
        <p:spPr>
          <a:xfrm flipV="1">
            <a:off x="3200400" y="1556238"/>
            <a:ext cx="4800600" cy="1720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620000" y="1126881"/>
            <a:ext cx="1270000" cy="397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3F36D78C-87E0-93D9-AD3E-6F4541B13C6B}"/>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732157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8448623" cy="47523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5" name="Oval 4"/>
          <p:cNvSpPr/>
          <p:nvPr/>
        </p:nvSpPr>
        <p:spPr>
          <a:xfrm>
            <a:off x="433754" y="1617784"/>
            <a:ext cx="609600" cy="1846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4"/>
          </p:cNvCxnSpPr>
          <p:nvPr/>
        </p:nvCxnSpPr>
        <p:spPr>
          <a:xfrm>
            <a:off x="738554" y="1802422"/>
            <a:ext cx="1060938" cy="17965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77462" y="3581400"/>
            <a:ext cx="2743200" cy="1200329"/>
          </a:xfrm>
          <a:prstGeom prst="rect">
            <a:avLst/>
          </a:prstGeom>
          <a:noFill/>
        </p:spPr>
        <p:txBody>
          <a:bodyPr wrap="square" rtlCol="0">
            <a:spAutoFit/>
          </a:bodyPr>
          <a:lstStyle/>
          <a:p>
            <a:r>
              <a:rPr lang="en-US" dirty="0">
                <a:solidFill>
                  <a:schemeClr val="tx2">
                    <a:lumMod val="60000"/>
                    <a:lumOff val="40000"/>
                  </a:schemeClr>
                </a:solidFill>
              </a:rPr>
              <a:t>The Glossary will give you a list of acronyms in case you are curious to know what they stand for. </a:t>
            </a:r>
          </a:p>
        </p:txBody>
      </p:sp>
      <p:sp>
        <p:nvSpPr>
          <p:cNvPr id="3" name="Footer Placeholder 2">
            <a:extLst>
              <a:ext uri="{FF2B5EF4-FFF2-40B4-BE49-F238E27FC236}">
                <a16:creationId xmlns:a16="http://schemas.microsoft.com/office/drawing/2014/main" id="{989424F7-3FAC-5930-B297-C35A407EE7A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2929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28675"/>
            <a:ext cx="9136944" cy="513953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4" name="Rectangle 3"/>
          <p:cNvSpPr/>
          <p:nvPr/>
        </p:nvSpPr>
        <p:spPr>
          <a:xfrm>
            <a:off x="0" y="1524000"/>
            <a:ext cx="1447800" cy="1905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4" idx="2"/>
          </p:cNvCxnSpPr>
          <p:nvPr/>
        </p:nvCxnSpPr>
        <p:spPr>
          <a:xfrm>
            <a:off x="723900" y="3429000"/>
            <a:ext cx="30861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10000" y="4075837"/>
            <a:ext cx="4648200" cy="2031325"/>
          </a:xfrm>
          <a:prstGeom prst="rect">
            <a:avLst/>
          </a:prstGeom>
          <a:noFill/>
        </p:spPr>
        <p:txBody>
          <a:bodyPr wrap="square" rtlCol="0">
            <a:spAutoFit/>
          </a:bodyPr>
          <a:lstStyle/>
          <a:p>
            <a:r>
              <a:rPr lang="en-US" dirty="0">
                <a:solidFill>
                  <a:schemeClr val="tx2">
                    <a:lumMod val="60000"/>
                    <a:lumOff val="40000"/>
                  </a:schemeClr>
                </a:solidFill>
              </a:rPr>
              <a:t>Under Adjustment/Calibrations we will find most of the instructions on how to run calibrations in a system. Keep in mind that some of them are taking right out from the proprietary CD and they do not work exactly the same. Many of the mechanical adjustments can be found here too.</a:t>
            </a:r>
          </a:p>
        </p:txBody>
      </p:sp>
      <p:sp>
        <p:nvSpPr>
          <p:cNvPr id="3" name="Footer Placeholder 2">
            <a:extLst>
              <a:ext uri="{FF2B5EF4-FFF2-40B4-BE49-F238E27FC236}">
                <a16:creationId xmlns:a16="http://schemas.microsoft.com/office/drawing/2014/main" id="{A860996A-9280-DEB4-3F25-17C6B0EDF37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261152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19150"/>
            <a:ext cx="9144000" cy="5143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Rectangle 5"/>
          <p:cNvSpPr/>
          <p:nvPr/>
        </p:nvSpPr>
        <p:spPr>
          <a:xfrm>
            <a:off x="0" y="1600200"/>
            <a:ext cx="14478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endCxn id="8" idx="0"/>
          </p:cNvCxnSpPr>
          <p:nvPr/>
        </p:nvCxnSpPr>
        <p:spPr>
          <a:xfrm>
            <a:off x="723900" y="2667000"/>
            <a:ext cx="1066800" cy="1600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6200" y="4267200"/>
            <a:ext cx="3429000" cy="1200329"/>
          </a:xfrm>
          <a:prstGeom prst="rect">
            <a:avLst/>
          </a:prstGeom>
          <a:noFill/>
        </p:spPr>
        <p:txBody>
          <a:bodyPr wrap="square" rtlCol="0">
            <a:spAutoFit/>
          </a:bodyPr>
          <a:lstStyle/>
          <a:p>
            <a:r>
              <a:rPr lang="en-US" dirty="0">
                <a:solidFill>
                  <a:schemeClr val="tx2">
                    <a:lumMod val="60000"/>
                    <a:lumOff val="40000"/>
                  </a:schemeClr>
                </a:solidFill>
              </a:rPr>
              <a:t>Functional checks has some repeat information from Calibrations but there are some good documents on checks that can be performed.</a:t>
            </a:r>
          </a:p>
        </p:txBody>
      </p:sp>
      <p:sp>
        <p:nvSpPr>
          <p:cNvPr id="11"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3" name="Footer Placeholder 2">
            <a:extLst>
              <a:ext uri="{FF2B5EF4-FFF2-40B4-BE49-F238E27FC236}">
                <a16:creationId xmlns:a16="http://schemas.microsoft.com/office/drawing/2014/main" id="{934C9790-01C3-A05E-ABC1-D7FDB22A2F6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28583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24707"/>
            <a:ext cx="9144000" cy="5143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Rectangle 5"/>
          <p:cNvSpPr/>
          <p:nvPr/>
        </p:nvSpPr>
        <p:spPr>
          <a:xfrm>
            <a:off x="11723" y="1676398"/>
            <a:ext cx="1447800" cy="13716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a:off x="1459523" y="2362199"/>
            <a:ext cx="3112477" cy="598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572000" y="2360554"/>
            <a:ext cx="3429000" cy="1200329"/>
          </a:xfrm>
          <a:prstGeom prst="rect">
            <a:avLst/>
          </a:prstGeom>
          <a:noFill/>
        </p:spPr>
        <p:txBody>
          <a:bodyPr wrap="square" rtlCol="0">
            <a:spAutoFit/>
          </a:bodyPr>
          <a:lstStyle/>
          <a:p>
            <a:r>
              <a:rPr lang="en-US" dirty="0">
                <a:solidFill>
                  <a:schemeClr val="tx2">
                    <a:lumMod val="60000"/>
                    <a:lumOff val="40000"/>
                  </a:schemeClr>
                </a:solidFill>
              </a:rPr>
              <a:t>Software tab is everything related to the software in the console. Load from cold it is the most used here to reload the host software.</a:t>
            </a:r>
          </a:p>
        </p:txBody>
      </p:sp>
      <p:sp>
        <p:nvSpPr>
          <p:cNvPr id="3" name="Footer Placeholder 2">
            <a:extLst>
              <a:ext uri="{FF2B5EF4-FFF2-40B4-BE49-F238E27FC236}">
                <a16:creationId xmlns:a16="http://schemas.microsoft.com/office/drawing/2014/main" id="{575653D9-E9E5-6262-F995-5C581FAA7AB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3984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10431"/>
            <a:ext cx="9144000" cy="5143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Rectangle 4"/>
          <p:cNvSpPr/>
          <p:nvPr/>
        </p:nvSpPr>
        <p:spPr>
          <a:xfrm>
            <a:off x="0" y="1905000"/>
            <a:ext cx="14478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a:stCxn id="5" idx="2"/>
          </p:cNvCxnSpPr>
          <p:nvPr/>
        </p:nvCxnSpPr>
        <p:spPr>
          <a:xfrm>
            <a:off x="723900" y="2971800"/>
            <a:ext cx="30861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810000" y="4075837"/>
            <a:ext cx="4648200" cy="1754326"/>
          </a:xfrm>
          <a:prstGeom prst="rect">
            <a:avLst/>
          </a:prstGeom>
          <a:noFill/>
        </p:spPr>
        <p:txBody>
          <a:bodyPr wrap="square" rtlCol="0">
            <a:spAutoFit/>
          </a:bodyPr>
          <a:lstStyle/>
          <a:p>
            <a:r>
              <a:rPr lang="en-US" dirty="0">
                <a:solidFill>
                  <a:schemeClr val="tx2">
                    <a:lumMod val="60000"/>
                    <a:lumOff val="40000"/>
                  </a:schemeClr>
                </a:solidFill>
              </a:rPr>
              <a:t>Theory is a great place to read on some of the major components from the MR. Even though GE has been putting less here in the newer systems, you can still find it in older systems on modules that are used in the newer MR platforms.</a:t>
            </a:r>
          </a:p>
        </p:txBody>
      </p:sp>
      <p:sp>
        <p:nvSpPr>
          <p:cNvPr id="9"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3" name="Footer Placeholder 2">
            <a:extLst>
              <a:ext uri="{FF2B5EF4-FFF2-40B4-BE49-F238E27FC236}">
                <a16:creationId xmlns:a16="http://schemas.microsoft.com/office/drawing/2014/main" id="{04997DD2-4F52-F9D7-D774-0691BE6A8FE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97957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28675"/>
            <a:ext cx="9136944" cy="513953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Rectangle 5"/>
          <p:cNvSpPr/>
          <p:nvPr/>
        </p:nvSpPr>
        <p:spPr>
          <a:xfrm>
            <a:off x="0" y="1828800"/>
            <a:ext cx="14478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endCxn id="8" idx="1"/>
          </p:cNvCxnSpPr>
          <p:nvPr/>
        </p:nvCxnSpPr>
        <p:spPr>
          <a:xfrm>
            <a:off x="723900" y="2209800"/>
            <a:ext cx="2933700" cy="10573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657600" y="2667000"/>
            <a:ext cx="4648200" cy="1200329"/>
          </a:xfrm>
          <a:prstGeom prst="rect">
            <a:avLst/>
          </a:prstGeom>
          <a:noFill/>
        </p:spPr>
        <p:txBody>
          <a:bodyPr wrap="square" rtlCol="0">
            <a:spAutoFit/>
          </a:bodyPr>
          <a:lstStyle/>
          <a:p>
            <a:r>
              <a:rPr lang="en-US" dirty="0">
                <a:solidFill>
                  <a:schemeClr val="tx2">
                    <a:lumMod val="60000"/>
                    <a:lumOff val="40000"/>
                  </a:schemeClr>
                </a:solidFill>
              </a:rPr>
              <a:t>System diagrams have been disappearing out of here too. You can find some good diagrams in the older systems. Some PDFs with diagrams can be found in the CDL website</a:t>
            </a:r>
          </a:p>
        </p:txBody>
      </p:sp>
      <p:sp>
        <p:nvSpPr>
          <p:cNvPr id="3" name="Footer Placeholder 2">
            <a:extLst>
              <a:ext uri="{FF2B5EF4-FFF2-40B4-BE49-F238E27FC236}">
                <a16:creationId xmlns:a16="http://schemas.microsoft.com/office/drawing/2014/main" id="{12919905-00CC-8CEA-CD18-6763102A413F}"/>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18494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24707"/>
            <a:ext cx="9144000" cy="5143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6" name="Rectangle 5"/>
          <p:cNvSpPr/>
          <p:nvPr/>
        </p:nvSpPr>
        <p:spPr>
          <a:xfrm>
            <a:off x="0" y="1905000"/>
            <a:ext cx="14478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429000" y="4038600"/>
            <a:ext cx="4648200" cy="646331"/>
          </a:xfrm>
          <a:prstGeom prst="rect">
            <a:avLst/>
          </a:prstGeom>
          <a:noFill/>
        </p:spPr>
        <p:txBody>
          <a:bodyPr wrap="square" rtlCol="0">
            <a:spAutoFit/>
          </a:bodyPr>
          <a:lstStyle/>
          <a:p>
            <a:r>
              <a:rPr lang="en-US" dirty="0">
                <a:solidFill>
                  <a:schemeClr val="tx2">
                    <a:lumMod val="60000"/>
                    <a:lumOff val="40000"/>
                  </a:schemeClr>
                </a:solidFill>
              </a:rPr>
              <a:t> PM checks, schedule for when they should be done.</a:t>
            </a:r>
          </a:p>
        </p:txBody>
      </p:sp>
      <p:sp>
        <p:nvSpPr>
          <p:cNvPr id="3" name="Footer Placeholder 2">
            <a:extLst>
              <a:ext uri="{FF2B5EF4-FFF2-40B4-BE49-F238E27FC236}">
                <a16:creationId xmlns:a16="http://schemas.microsoft.com/office/drawing/2014/main" id="{37F34129-6F3E-0A40-1E6D-EE712966C52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88285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16632"/>
            <a:ext cx="9144000" cy="5143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6" name="Rectangle 5"/>
          <p:cNvSpPr/>
          <p:nvPr/>
        </p:nvSpPr>
        <p:spPr>
          <a:xfrm>
            <a:off x="0" y="2095500"/>
            <a:ext cx="1447800" cy="1790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a:off x="1447800" y="2990850"/>
            <a:ext cx="5334000" cy="1155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781800" y="2438400"/>
            <a:ext cx="2133600" cy="3416320"/>
          </a:xfrm>
          <a:prstGeom prst="rect">
            <a:avLst/>
          </a:prstGeom>
          <a:noFill/>
        </p:spPr>
        <p:txBody>
          <a:bodyPr wrap="square" rtlCol="0">
            <a:spAutoFit/>
          </a:bodyPr>
          <a:lstStyle/>
          <a:p>
            <a:r>
              <a:rPr lang="en-US" dirty="0">
                <a:solidFill>
                  <a:schemeClr val="tx2">
                    <a:lumMod val="60000"/>
                    <a:lumOff val="40000"/>
                  </a:schemeClr>
                </a:solidFill>
              </a:rPr>
              <a:t>Troubleshooting might be a bit slim too but some good info can be found and some of the diagnostics in the service browser run also without a service key. There are big differences depending in the software level.</a:t>
            </a:r>
          </a:p>
        </p:txBody>
      </p:sp>
      <p:sp>
        <p:nvSpPr>
          <p:cNvPr id="3" name="Footer Placeholder 2">
            <a:extLst>
              <a:ext uri="{FF2B5EF4-FFF2-40B4-BE49-F238E27FC236}">
                <a16:creationId xmlns:a16="http://schemas.microsoft.com/office/drawing/2014/main" id="{F5FC9013-E57E-4B47-5A9C-B3CE23A4326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56687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28675"/>
            <a:ext cx="9136944" cy="513953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6" name="Rectangle 5"/>
          <p:cNvSpPr/>
          <p:nvPr/>
        </p:nvSpPr>
        <p:spPr>
          <a:xfrm>
            <a:off x="0" y="2095500"/>
            <a:ext cx="1447800" cy="3429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a:off x="1447800" y="2266950"/>
            <a:ext cx="1981200" cy="4616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429000" y="2266950"/>
            <a:ext cx="5486400" cy="923330"/>
          </a:xfrm>
          <a:prstGeom prst="rect">
            <a:avLst/>
          </a:prstGeom>
          <a:noFill/>
        </p:spPr>
        <p:txBody>
          <a:bodyPr wrap="square" rtlCol="0">
            <a:spAutoFit/>
          </a:bodyPr>
          <a:lstStyle/>
          <a:p>
            <a:r>
              <a:rPr lang="en-US" dirty="0">
                <a:solidFill>
                  <a:schemeClr val="tx2">
                    <a:lumMod val="60000"/>
                    <a:lumOff val="40000"/>
                  </a:schemeClr>
                </a:solidFill>
              </a:rPr>
              <a:t>Parts were here. If not, then  download the parts manual separately. Older revisions had it in this tab. If you have older revisions, don’t delete them. Keep them both.</a:t>
            </a:r>
          </a:p>
        </p:txBody>
      </p:sp>
      <p:sp>
        <p:nvSpPr>
          <p:cNvPr id="3" name="Footer Placeholder 2">
            <a:extLst>
              <a:ext uri="{FF2B5EF4-FFF2-40B4-BE49-F238E27FC236}">
                <a16:creationId xmlns:a16="http://schemas.microsoft.com/office/drawing/2014/main" id="{07403414-8450-63F4-CAE7-9FF8BB1B26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237616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38200"/>
            <a:ext cx="9136944" cy="513953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6" name="Rectangle 5"/>
          <p:cNvSpPr/>
          <p:nvPr/>
        </p:nvSpPr>
        <p:spPr>
          <a:xfrm>
            <a:off x="29308" y="2219756"/>
            <a:ext cx="1447800" cy="9806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flipV="1">
            <a:off x="1477108" y="2581365"/>
            <a:ext cx="3475892" cy="128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953000" y="1981200"/>
            <a:ext cx="3810000" cy="1200329"/>
          </a:xfrm>
          <a:prstGeom prst="rect">
            <a:avLst/>
          </a:prstGeom>
          <a:noFill/>
        </p:spPr>
        <p:txBody>
          <a:bodyPr wrap="square" rtlCol="0">
            <a:spAutoFit/>
          </a:bodyPr>
          <a:lstStyle/>
          <a:p>
            <a:r>
              <a:rPr lang="en-US" dirty="0">
                <a:solidFill>
                  <a:schemeClr val="tx2">
                    <a:lumMod val="60000"/>
                    <a:lumOff val="40000"/>
                  </a:schemeClr>
                </a:solidFill>
              </a:rPr>
              <a:t>They usually give you quite a bit of replacement information, specially about the parts that have more safety issues involved.</a:t>
            </a:r>
          </a:p>
        </p:txBody>
      </p:sp>
      <p:sp>
        <p:nvSpPr>
          <p:cNvPr id="3" name="Footer Placeholder 2">
            <a:extLst>
              <a:ext uri="{FF2B5EF4-FFF2-40B4-BE49-F238E27FC236}">
                <a16:creationId xmlns:a16="http://schemas.microsoft.com/office/drawing/2014/main" id="{4295FE4B-5D43-D98D-20C9-07596EBFFAF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99127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996156"/>
            <a:ext cx="8839200" cy="49720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3" name="Footer Placeholder 2">
            <a:extLst>
              <a:ext uri="{FF2B5EF4-FFF2-40B4-BE49-F238E27FC236}">
                <a16:creationId xmlns:a16="http://schemas.microsoft.com/office/drawing/2014/main" id="{58C2ECF0-C304-C6A0-2939-D957AEEC5A4D}"/>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7841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7" name="Content Placeholder 2"/>
          <p:cNvSpPr txBox="1">
            <a:spLocks/>
          </p:cNvSpPr>
          <p:nvPr/>
        </p:nvSpPr>
        <p:spPr>
          <a:xfrm>
            <a:off x="152400" y="990600"/>
            <a:ext cx="8839200" cy="49831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a:solidFill>
                  <a:schemeClr val="tx2">
                    <a:lumMod val="60000"/>
                    <a:lumOff val="40000"/>
                  </a:schemeClr>
                </a:solidFill>
              </a:rPr>
              <a:t>Things are organized a little different but same concept. Under each component you will find the adjustments, checks, troubleshooting and anything related to its components.</a:t>
            </a:r>
          </a:p>
          <a:p>
            <a:pPr marL="0" indent="0">
              <a:buFont typeface="Arial" pitchFamily="34" charset="0"/>
              <a:buNone/>
            </a:pPr>
            <a:endParaRPr lang="en-US" sz="2000" dirty="0">
              <a:solidFill>
                <a:schemeClr val="tx2">
                  <a:lumMod val="60000"/>
                  <a:lumOff val="40000"/>
                </a:schemeClr>
              </a:solidFill>
            </a:endParaRPr>
          </a:p>
          <a:p>
            <a:pPr marL="0" indent="0">
              <a:buFont typeface="Arial" pitchFamily="34" charset="0"/>
              <a:buNone/>
            </a:pPr>
            <a:endParaRPr lang="en-US" sz="2000" dirty="0">
              <a:solidFill>
                <a:schemeClr val="tx2">
                  <a:lumMod val="60000"/>
                  <a:lumOff val="40000"/>
                </a:schemeClr>
              </a:solidFill>
            </a:endParaRPr>
          </a:p>
          <a:p>
            <a:pPr marL="0" indent="0">
              <a:buFont typeface="Arial" pitchFamily="34" charset="0"/>
              <a:buNone/>
            </a:pPr>
            <a:endParaRPr lang="en-US" sz="2400" dirty="0">
              <a:solidFill>
                <a:schemeClr val="tx2">
                  <a:lumMod val="60000"/>
                  <a:lumOff val="40000"/>
                </a:schemeClr>
              </a:solidFill>
            </a:endParaRPr>
          </a:p>
        </p:txBody>
      </p:sp>
      <p:pic>
        <p:nvPicPr>
          <p:cNvPr id="20485"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54003"/>
          <a:stretch/>
        </p:blipFill>
        <p:spPr bwMode="auto">
          <a:xfrm>
            <a:off x="304800" y="1989992"/>
            <a:ext cx="3546231" cy="433667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0486"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0082"/>
          <a:stretch/>
        </p:blipFill>
        <p:spPr bwMode="auto">
          <a:xfrm>
            <a:off x="4495800" y="2158080"/>
            <a:ext cx="4261338" cy="4000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cxnSp>
        <p:nvCxnSpPr>
          <p:cNvPr id="6" name="Straight Arrow Connector 5"/>
          <p:cNvCxnSpPr>
            <a:stCxn id="20486" idx="1"/>
          </p:cNvCxnSpPr>
          <p:nvPr/>
        </p:nvCxnSpPr>
        <p:spPr>
          <a:xfrm flipH="1" flipV="1">
            <a:off x="1600200" y="4038600"/>
            <a:ext cx="2895600" cy="119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BE304B45-7985-E264-1DA0-00D40BD8EB8F}"/>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1483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a:solidFill>
                  <a:schemeClr val="accent1">
                    <a:lumMod val="75000"/>
                  </a:schemeClr>
                </a:solidFill>
              </a:rPr>
              <a:t>Service Documents</a:t>
            </a:r>
          </a:p>
        </p:txBody>
      </p:sp>
      <p:sp>
        <p:nvSpPr>
          <p:cNvPr id="7" name="Content Placeholder 2"/>
          <p:cNvSpPr txBox="1">
            <a:spLocks/>
          </p:cNvSpPr>
          <p:nvPr/>
        </p:nvSpPr>
        <p:spPr>
          <a:xfrm>
            <a:off x="152400" y="990600"/>
            <a:ext cx="8839200" cy="49831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chemeClr val="tx2">
                    <a:lumMod val="60000"/>
                    <a:lumOff val="40000"/>
                  </a:schemeClr>
                </a:solidFill>
              </a:rPr>
              <a:t>Parts manual can be located under the Renewal parts. It opens another window. </a:t>
            </a:r>
          </a:p>
          <a:p>
            <a:r>
              <a:rPr lang="en-US" sz="2000" dirty="0">
                <a:solidFill>
                  <a:schemeClr val="tx2">
                    <a:lumMod val="60000"/>
                    <a:lumOff val="40000"/>
                  </a:schemeClr>
                </a:solidFill>
              </a:rPr>
              <a:t>Select the one on the top</a:t>
            </a:r>
          </a:p>
          <a:p>
            <a:r>
              <a:rPr lang="en-US" sz="2000" dirty="0">
                <a:solidFill>
                  <a:schemeClr val="tx2">
                    <a:lumMod val="60000"/>
                    <a:lumOff val="40000"/>
                  </a:schemeClr>
                </a:solidFill>
              </a:rPr>
              <a:t>You can either download the full pdf manual or locate it by its location in the system</a:t>
            </a:r>
          </a:p>
          <a:p>
            <a:endParaRPr lang="en-US" sz="2000" dirty="0">
              <a:solidFill>
                <a:schemeClr val="tx2">
                  <a:lumMod val="60000"/>
                  <a:lumOff val="40000"/>
                </a:schemeClr>
              </a:solidFill>
            </a:endParaRPr>
          </a:p>
          <a:p>
            <a:pPr marL="0" indent="0">
              <a:buFont typeface="Arial" pitchFamily="34" charset="0"/>
              <a:buNone/>
            </a:pPr>
            <a:endParaRPr lang="en-US" sz="2000" dirty="0">
              <a:solidFill>
                <a:schemeClr val="tx2">
                  <a:lumMod val="60000"/>
                  <a:lumOff val="40000"/>
                </a:schemeClr>
              </a:solidFill>
            </a:endParaRPr>
          </a:p>
          <a:p>
            <a:pPr marL="0" indent="0">
              <a:buFont typeface="Arial" pitchFamily="34" charset="0"/>
              <a:buNone/>
            </a:pPr>
            <a:endParaRPr lang="en-US" sz="2000" dirty="0">
              <a:solidFill>
                <a:schemeClr val="tx2">
                  <a:lumMod val="60000"/>
                  <a:lumOff val="40000"/>
                </a:schemeClr>
              </a:solidFill>
            </a:endParaRPr>
          </a:p>
          <a:p>
            <a:pPr marL="0" indent="0">
              <a:buFont typeface="Arial" pitchFamily="34" charset="0"/>
              <a:buNone/>
            </a:pPr>
            <a:endParaRPr lang="en-US" sz="2400" dirty="0">
              <a:solidFill>
                <a:schemeClr val="tx2">
                  <a:lumMod val="60000"/>
                  <a:lumOff val="40000"/>
                </a:schemeClr>
              </a:solidFill>
            </a:endParaRPr>
          </a:p>
        </p:txBody>
      </p:sp>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40863" b="69737"/>
          <a:stretch/>
        </p:blipFill>
        <p:spPr bwMode="auto">
          <a:xfrm>
            <a:off x="2608385" y="2145323"/>
            <a:ext cx="5783058" cy="166467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87229" b="57987"/>
          <a:stretch/>
        </p:blipFill>
        <p:spPr bwMode="auto">
          <a:xfrm>
            <a:off x="228600" y="2438400"/>
            <a:ext cx="1981200" cy="366606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9" name="Rectangle 8"/>
          <p:cNvSpPr/>
          <p:nvPr/>
        </p:nvSpPr>
        <p:spPr>
          <a:xfrm>
            <a:off x="304800" y="4271433"/>
            <a:ext cx="1371600" cy="1381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p:cNvCxnSpPr/>
          <p:nvPr/>
        </p:nvCxnSpPr>
        <p:spPr>
          <a:xfrm flipV="1">
            <a:off x="2292724" y="3482181"/>
            <a:ext cx="2286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743200" y="3244361"/>
            <a:ext cx="2667000" cy="246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8"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2216" b="42358"/>
          <a:stretch/>
        </p:blipFill>
        <p:spPr bwMode="auto">
          <a:xfrm>
            <a:off x="2743200" y="3766344"/>
            <a:ext cx="6104965" cy="254480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cxnSp>
        <p:nvCxnSpPr>
          <p:cNvPr id="14" name="Straight Arrow Connector 13"/>
          <p:cNvCxnSpPr/>
          <p:nvPr/>
        </p:nvCxnSpPr>
        <p:spPr>
          <a:xfrm>
            <a:off x="5257800" y="3490979"/>
            <a:ext cx="242114" cy="7804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C872BFB-0785-AEE3-F7E8-DAF9A7582A3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11814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2759</TotalTime>
  <Words>634</Words>
  <Application>Microsoft Office PowerPoint</Application>
  <PresentationFormat>On-screen Show (4:3)</PresentationFormat>
  <Paragraphs>62</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Arial Rounded MT Bold</vt:lpstr>
      <vt:lpstr>Calibri</vt:lpstr>
      <vt:lpstr>Office Theme</vt:lpstr>
      <vt:lpstr>GE DOCUMENTATION</vt:lpstr>
      <vt:lpstr>Objectives:</vt:lpstr>
      <vt:lpstr>GE support website</vt:lpstr>
      <vt:lpstr>Service Manuals</vt:lpstr>
      <vt:lpstr>Service Documents</vt:lpstr>
      <vt:lpstr>Service Documents</vt:lpstr>
      <vt:lpstr>Service Documents</vt:lpstr>
      <vt:lpstr>Service Documents</vt:lpstr>
      <vt:lpstr>PowerPoint Presentation</vt:lpstr>
      <vt:lpstr>Service Documents</vt:lpstr>
      <vt:lpstr>Service Documents</vt:lpstr>
      <vt:lpstr>Service Documents</vt:lpstr>
      <vt:lpstr>Service Documents</vt:lpstr>
      <vt:lpstr>Service Documents</vt:lpstr>
      <vt:lpstr>Service Documents</vt:lpstr>
      <vt:lpstr>Service Documents</vt:lpstr>
      <vt:lpstr>PowerPoint Presentation</vt:lpstr>
      <vt:lpstr>PowerPoint Presentation</vt:lpstr>
      <vt:lpstr>PowerPoint Presentation</vt:lpstr>
      <vt:lpstr>PowerPoint Presentation</vt:lpstr>
      <vt:lpstr>PowerPoint Presentation</vt:lpstr>
      <vt:lpstr>Service Documents</vt:lpstr>
      <vt:lpstr>Service Documents</vt:lpstr>
      <vt:lpstr>Service Documents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alicia.bostic</dc:creator>
  <cp:lastModifiedBy>Mike J</cp:lastModifiedBy>
  <cp:revision>54</cp:revision>
  <dcterms:created xsi:type="dcterms:W3CDTF">2013-11-14T01:22:54Z</dcterms:created>
  <dcterms:modified xsi:type="dcterms:W3CDTF">2025-07-29T15:36:11Z</dcterms:modified>
</cp:coreProperties>
</file>